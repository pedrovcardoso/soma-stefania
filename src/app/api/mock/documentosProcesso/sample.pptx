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4"/>
  </p:notesMasterIdLst>
  <p:sldIdLst>
    <p:sldId id="256" r:id="rId5"/>
    <p:sldId id="263" r:id="rId6"/>
    <p:sldId id="261" r:id="rId7"/>
    <p:sldId id="268" r:id="rId8"/>
    <p:sldId id="269" r:id="rId9"/>
    <p:sldId id="275" r:id="rId10"/>
    <p:sldId id="270" r:id="rId11"/>
    <p:sldId id="271" r:id="rId12"/>
    <p:sldId id="264" r:id="rId13"/>
  </p:sldIdLst>
  <p:sldSz cx="18288000" cy="10287000"/>
  <p:notesSz cx="6858000" cy="9144000"/>
  <p:embeddedFontLst>
    <p:embeddedFont>
      <p:font typeface="Arimo" panose="020B0604020202020204" charset="0"/>
      <p:regular r:id="rId15"/>
    </p:embeddedFont>
    <p:embeddedFont>
      <p:font typeface="Arimo Bold" panose="020B0604020202020204" charset="0"/>
      <p:regular r:id="rId16"/>
    </p:embeddedFont>
    <p:embeddedFont>
      <p:font typeface="Bebas Neue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138" y="26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9EACA-DC49-476F-9186-5052B3F00B98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670364-46B7-4D91-9CA7-E65363183B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608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hyperlink" Target="https://app.powerbi.com/links/i9dyd-iw2V?ctid=4c86fd71-d016-4231-a160-57311d68b951&amp;pbi_source=linkShare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432780" cy="10287000"/>
            <a:chOff x="0" y="0"/>
            <a:chExt cx="5910374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1371600" y="0"/>
              <a:ext cx="3246885" cy="13716000"/>
              <a:chOff x="0" y="0"/>
              <a:chExt cx="711408" cy="300524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11408" cy="3005240"/>
              </a:xfrm>
              <a:custGeom>
                <a:avLst/>
                <a:gdLst/>
                <a:ahLst/>
                <a:cxnLst/>
                <a:rect l="l" t="t" r="r" b="b"/>
                <a:pathLst>
                  <a:path w="711408" h="3005240">
                    <a:moveTo>
                      <a:pt x="0" y="0"/>
                    </a:moveTo>
                    <a:lnTo>
                      <a:pt x="711408" y="0"/>
                    </a:lnTo>
                    <a:lnTo>
                      <a:pt x="711408" y="3005240"/>
                    </a:lnTo>
                    <a:lnTo>
                      <a:pt x="0" y="300524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95250"/>
                <a:ext cx="711408" cy="3100490"/>
              </a:xfrm>
              <a:prstGeom prst="rect">
                <a:avLst/>
              </a:prstGeom>
            </p:spPr>
            <p:txBody>
              <a:bodyPr lIns="47605" tIns="47605" rIns="47605" bIns="47605" rtlCol="0" anchor="ctr"/>
              <a:lstStyle/>
              <a:p>
                <a:pPr algn="ctr">
                  <a:lnSpc>
                    <a:spcPts val="3296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959495" y="3370428"/>
              <a:ext cx="3618527" cy="6831619"/>
              <a:chOff x="0" y="0"/>
              <a:chExt cx="792836" cy="149684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92836" cy="1496840"/>
              </a:xfrm>
              <a:custGeom>
                <a:avLst/>
                <a:gdLst/>
                <a:ahLst/>
                <a:cxnLst/>
                <a:rect l="l" t="t" r="r" b="b"/>
                <a:pathLst>
                  <a:path w="792836" h="1496840">
                    <a:moveTo>
                      <a:pt x="0" y="0"/>
                    </a:moveTo>
                    <a:lnTo>
                      <a:pt x="792836" y="0"/>
                    </a:lnTo>
                    <a:lnTo>
                      <a:pt x="792836" y="1496840"/>
                    </a:lnTo>
                    <a:lnTo>
                      <a:pt x="0" y="1496840"/>
                    </a:lnTo>
                    <a:close/>
                  </a:path>
                </a:pathLst>
              </a:custGeom>
              <a:solidFill>
                <a:srgbClr val="FCAE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95250"/>
                <a:ext cx="792836" cy="1592090"/>
              </a:xfrm>
              <a:prstGeom prst="rect">
                <a:avLst/>
              </a:prstGeom>
            </p:spPr>
            <p:txBody>
              <a:bodyPr lIns="47605" tIns="47605" rIns="47605" bIns="47605" rtlCol="0" anchor="ctr"/>
              <a:lstStyle/>
              <a:p>
                <a:pPr algn="ctr">
                  <a:lnSpc>
                    <a:spcPts val="3296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1908585"/>
              <a:ext cx="4140014" cy="3380669"/>
              <a:chOff x="0" y="0"/>
              <a:chExt cx="907096" cy="74072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07096" cy="740720"/>
              </a:xfrm>
              <a:custGeom>
                <a:avLst/>
                <a:gdLst/>
                <a:ahLst/>
                <a:cxnLst/>
                <a:rect l="l" t="t" r="r" b="b"/>
                <a:pathLst>
                  <a:path w="907096" h="740720">
                    <a:moveTo>
                      <a:pt x="0" y="0"/>
                    </a:moveTo>
                    <a:lnTo>
                      <a:pt x="907096" y="0"/>
                    </a:lnTo>
                    <a:lnTo>
                      <a:pt x="907096" y="740720"/>
                    </a:lnTo>
                    <a:lnTo>
                      <a:pt x="0" y="740720"/>
                    </a:lnTo>
                    <a:close/>
                  </a:path>
                </a:pathLst>
              </a:custGeom>
              <a:solidFill>
                <a:srgbClr val="003D5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95250"/>
                <a:ext cx="907096" cy="835970"/>
              </a:xfrm>
              <a:prstGeom prst="rect">
                <a:avLst/>
              </a:prstGeom>
            </p:spPr>
            <p:txBody>
              <a:bodyPr lIns="47605" tIns="47605" rIns="47605" bIns="47605" rtlCol="0" anchor="ctr"/>
              <a:lstStyle/>
              <a:p>
                <a:pPr algn="ctr">
                  <a:lnSpc>
                    <a:spcPts val="3296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326595" y="8921414"/>
              <a:ext cx="2583778" cy="2514630"/>
              <a:chOff x="0" y="0"/>
              <a:chExt cx="566118" cy="55096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66118" cy="550967"/>
              </a:xfrm>
              <a:custGeom>
                <a:avLst/>
                <a:gdLst/>
                <a:ahLst/>
                <a:cxnLst/>
                <a:rect l="l" t="t" r="r" b="b"/>
                <a:pathLst>
                  <a:path w="566118" h="550967">
                    <a:moveTo>
                      <a:pt x="0" y="0"/>
                    </a:moveTo>
                    <a:lnTo>
                      <a:pt x="566118" y="0"/>
                    </a:lnTo>
                    <a:lnTo>
                      <a:pt x="566118" y="550967"/>
                    </a:lnTo>
                    <a:lnTo>
                      <a:pt x="0" y="550967"/>
                    </a:lnTo>
                    <a:close/>
                  </a:path>
                </a:pathLst>
              </a:custGeom>
              <a:solidFill>
                <a:srgbClr val="535153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95250"/>
                <a:ext cx="566118" cy="646217"/>
              </a:xfrm>
              <a:prstGeom prst="rect">
                <a:avLst/>
              </a:prstGeom>
            </p:spPr>
            <p:txBody>
              <a:bodyPr lIns="47605" tIns="47605" rIns="47605" bIns="47605" rtlCol="0" anchor="ctr"/>
              <a:lstStyle/>
              <a:p>
                <a:pPr algn="ctr">
                  <a:lnSpc>
                    <a:spcPts val="3296"/>
                  </a:lnSpc>
                </a:pPr>
                <a:endParaRPr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10706116" y="7581734"/>
            <a:ext cx="655318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</a:pPr>
            <a:r>
              <a:rPr lang="en-US" sz="2000" b="1" err="1">
                <a:solidFill>
                  <a:srgbClr val="535153"/>
                </a:solidFill>
                <a:latin typeface="Arimo Bold"/>
                <a:ea typeface="Arimo Bold"/>
                <a:cs typeface="Arimo Bold"/>
                <a:sym typeface="Arimo Bold"/>
              </a:rPr>
              <a:t>Superintendência</a:t>
            </a:r>
            <a:r>
              <a:rPr lang="en-US" sz="2000" b="1">
                <a:solidFill>
                  <a:srgbClr val="535153"/>
                </a:solidFill>
                <a:latin typeface="Arimo Bold"/>
                <a:ea typeface="Arimo Bold"/>
                <a:cs typeface="Arimo Bold"/>
                <a:sym typeface="Arimo Bold"/>
              </a:rPr>
              <a:t> Central de </a:t>
            </a:r>
            <a:r>
              <a:rPr lang="en-US" sz="2000" b="1" err="1">
                <a:solidFill>
                  <a:srgbClr val="535153"/>
                </a:solidFill>
                <a:latin typeface="Arimo Bold"/>
                <a:ea typeface="Arimo Bold"/>
                <a:cs typeface="Arimo Bold"/>
                <a:sym typeface="Arimo Bold"/>
              </a:rPr>
              <a:t>Contadoria</a:t>
            </a:r>
            <a:r>
              <a:rPr lang="en-US" sz="2000" b="1">
                <a:solidFill>
                  <a:srgbClr val="535153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000" b="1" err="1">
                <a:solidFill>
                  <a:srgbClr val="535153"/>
                </a:solidFill>
                <a:latin typeface="Arimo Bold"/>
                <a:ea typeface="Arimo Bold"/>
                <a:cs typeface="Arimo Bold"/>
                <a:sym typeface="Arimo Bold"/>
              </a:rPr>
              <a:t>Geral</a:t>
            </a:r>
            <a:endParaRPr lang="en-US" sz="2000" b="1">
              <a:solidFill>
                <a:srgbClr val="535153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751512" y="3427455"/>
            <a:ext cx="10441160" cy="16850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 dirty="0" err="1">
                <a:solidFill>
                  <a:srgbClr val="003D5D"/>
                </a:solidFill>
                <a:latin typeface="Bebas Neue Bold" charset="0"/>
                <a:ea typeface="Bebas Neue Bold"/>
                <a:cs typeface="Bebas Neue Bold"/>
                <a:sym typeface="Bebas Neue Bold"/>
              </a:rPr>
              <a:t>Reunião</a:t>
            </a:r>
            <a:r>
              <a:rPr lang="en-US" sz="9999" b="1" dirty="0">
                <a:solidFill>
                  <a:srgbClr val="003D5D"/>
                </a:solidFill>
                <a:latin typeface="Bebas Neue Bold" charset="0"/>
                <a:ea typeface="Bebas Neue Bold"/>
                <a:cs typeface="Bebas Neue Bold"/>
                <a:sym typeface="Bebas Neue Bold"/>
              </a:rPr>
              <a:t> STE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EBD4CFC2-047D-4AAB-F9B7-16E1E5301B4B}"/>
              </a:ext>
            </a:extLst>
          </p:cNvPr>
          <p:cNvGrpSpPr/>
          <p:nvPr/>
        </p:nvGrpSpPr>
        <p:grpSpPr>
          <a:xfrm>
            <a:off x="13858908" y="8701112"/>
            <a:ext cx="3205972" cy="1076928"/>
            <a:chOff x="13858908" y="8701112"/>
            <a:chExt cx="3205972" cy="1076928"/>
          </a:xfrm>
        </p:grpSpPr>
        <p:grpSp>
          <p:nvGrpSpPr>
            <p:cNvPr id="16" name="Grupo 30">
              <a:extLst>
                <a:ext uri="{FF2B5EF4-FFF2-40B4-BE49-F238E27FC236}">
                  <a16:creationId xmlns:a16="http://schemas.microsoft.com/office/drawing/2014/main" id="{A4DDE062-36D7-0B4C-E621-8A9D1C1F0C08}"/>
                </a:ext>
              </a:extLst>
            </p:cNvPr>
            <p:cNvGrpSpPr/>
            <p:nvPr/>
          </p:nvGrpSpPr>
          <p:grpSpPr>
            <a:xfrm>
              <a:off x="13858908" y="8701112"/>
              <a:ext cx="1223655" cy="1076928"/>
              <a:chOff x="14287536" y="8701112"/>
              <a:chExt cx="1223655" cy="1076928"/>
            </a:xfrm>
          </p:grpSpPr>
          <p:pic>
            <p:nvPicPr>
              <p:cNvPr id="18" name="Imagem 17" descr="Manual de Comunicação - 23.05.25.png">
                <a:extLst>
                  <a:ext uri="{FF2B5EF4-FFF2-40B4-BE49-F238E27FC236}">
                    <a16:creationId xmlns:a16="http://schemas.microsoft.com/office/drawing/2014/main" id="{3D8144B7-DD01-C017-639B-9BBA71E08D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287536" y="9022583"/>
                <a:ext cx="1223655" cy="755457"/>
              </a:xfrm>
              <a:prstGeom prst="rect">
                <a:avLst/>
              </a:prstGeom>
            </p:spPr>
          </p:pic>
          <p:pic>
            <p:nvPicPr>
              <p:cNvPr id="19" name="Imagem 18" descr="Templete Power Poitn.png">
                <a:extLst>
                  <a:ext uri="{FF2B5EF4-FFF2-40B4-BE49-F238E27FC236}">
                    <a16:creationId xmlns:a16="http://schemas.microsoft.com/office/drawing/2014/main" id="{F92CBA71-67A6-B188-8254-80D717A9E1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346115" y="8701112"/>
                <a:ext cx="1145548" cy="707236"/>
              </a:xfrm>
              <a:prstGeom prst="rect">
                <a:avLst/>
              </a:prstGeom>
            </p:spPr>
          </p:pic>
        </p:grp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D154F242-EFB8-3875-AE9F-C26718385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80704" y="8946682"/>
              <a:ext cx="1584176" cy="4966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83053" y="408193"/>
            <a:ext cx="13258472" cy="1495932"/>
            <a:chOff x="0" y="0"/>
            <a:chExt cx="1752073" cy="7670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2073" cy="767088"/>
            </a:xfrm>
            <a:custGeom>
              <a:avLst/>
              <a:gdLst/>
              <a:ahLst/>
              <a:cxnLst/>
              <a:rect l="l" t="t" r="r" b="b"/>
              <a:pathLst>
                <a:path w="1752073" h="767088">
                  <a:moveTo>
                    <a:pt x="0" y="0"/>
                  </a:moveTo>
                  <a:lnTo>
                    <a:pt x="1752073" y="0"/>
                  </a:lnTo>
                  <a:lnTo>
                    <a:pt x="1752073" y="767088"/>
                  </a:lnTo>
                  <a:lnTo>
                    <a:pt x="0" y="767088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52400"/>
              <a:ext cx="1752073" cy="919488"/>
            </a:xfrm>
            <a:prstGeom prst="rect">
              <a:avLst/>
            </a:prstGeom>
          </p:spPr>
          <p:txBody>
            <a:bodyPr lIns="46565" tIns="46565" rIns="46565" bIns="46565" rtlCol="0" anchor="ctr"/>
            <a:lstStyle/>
            <a:p>
              <a:pPr algn="r">
                <a:lnSpc>
                  <a:spcPts val="50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86352" y="406893"/>
            <a:ext cx="4847570" cy="963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12"/>
              </a:lnSpc>
            </a:pPr>
            <a:r>
              <a:rPr lang="en-US" sz="5723" b="1" err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Resultados</a:t>
            </a:r>
            <a:r>
              <a:rPr lang="en-US" sz="5723" b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630775" y="0"/>
            <a:ext cx="657225" cy="10287000"/>
            <a:chOff x="0" y="0"/>
            <a:chExt cx="173096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096" cy="2709333"/>
            </a:xfrm>
            <a:custGeom>
              <a:avLst/>
              <a:gdLst/>
              <a:ahLst/>
              <a:cxnLst/>
              <a:rect l="l" t="t" r="r" b="b"/>
              <a:pathLst>
                <a:path w="173096" h="2709333">
                  <a:moveTo>
                    <a:pt x="0" y="0"/>
                  </a:moveTo>
                  <a:lnTo>
                    <a:pt x="173096" y="0"/>
                  </a:lnTo>
                  <a:lnTo>
                    <a:pt x="1730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173096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856226" cy="1497063"/>
            <a:chOff x="0" y="0"/>
            <a:chExt cx="2474968" cy="1996084"/>
          </a:xfrm>
        </p:grpSpPr>
        <p:grpSp>
          <p:nvGrpSpPr>
            <p:cNvPr id="13" name="Group 13"/>
            <p:cNvGrpSpPr/>
            <p:nvPr/>
          </p:nvGrpSpPr>
          <p:grpSpPr>
            <a:xfrm>
              <a:off x="201952" y="0"/>
              <a:ext cx="1447232" cy="1174934"/>
              <a:chOff x="0" y="0"/>
              <a:chExt cx="664237" cy="5392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64237" cy="539260"/>
              </a:xfrm>
              <a:custGeom>
                <a:avLst/>
                <a:gdLst/>
                <a:ahLst/>
                <a:cxnLst/>
                <a:rect l="l" t="t" r="r" b="b"/>
                <a:pathLst>
                  <a:path w="664237" h="539260">
                    <a:moveTo>
                      <a:pt x="0" y="0"/>
                    </a:moveTo>
                    <a:lnTo>
                      <a:pt x="664237" y="0"/>
                    </a:lnTo>
                    <a:lnTo>
                      <a:pt x="664237" y="539260"/>
                    </a:lnTo>
                    <a:lnTo>
                      <a:pt x="0" y="539260"/>
                    </a:lnTo>
                    <a:close/>
                  </a:path>
                </a:pathLst>
              </a:custGeom>
              <a:solidFill>
                <a:srgbClr val="FCAE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95250"/>
                <a:ext cx="664237" cy="6345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714476"/>
              <a:ext cx="1306620" cy="1281608"/>
              <a:chOff x="0" y="0"/>
              <a:chExt cx="599701" cy="58822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99701" cy="588221"/>
              </a:xfrm>
              <a:custGeom>
                <a:avLst/>
                <a:gdLst/>
                <a:ahLst/>
                <a:cxnLst/>
                <a:rect l="l" t="t" r="r" b="b"/>
                <a:pathLst>
                  <a:path w="599701" h="588221">
                    <a:moveTo>
                      <a:pt x="0" y="0"/>
                    </a:moveTo>
                    <a:lnTo>
                      <a:pt x="599701" y="0"/>
                    </a:lnTo>
                    <a:lnTo>
                      <a:pt x="599701" y="588221"/>
                    </a:lnTo>
                    <a:lnTo>
                      <a:pt x="0" y="588221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95250"/>
                <a:ext cx="599701" cy="6834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037894" y="457633"/>
              <a:ext cx="1437074" cy="1218777"/>
              <a:chOff x="0" y="0"/>
              <a:chExt cx="659575" cy="55938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59575" cy="559383"/>
              </a:xfrm>
              <a:custGeom>
                <a:avLst/>
                <a:gdLst/>
                <a:ahLst/>
                <a:cxnLst/>
                <a:rect l="l" t="t" r="r" b="b"/>
                <a:pathLst>
                  <a:path w="659575" h="559383">
                    <a:moveTo>
                      <a:pt x="0" y="0"/>
                    </a:moveTo>
                    <a:lnTo>
                      <a:pt x="659575" y="0"/>
                    </a:lnTo>
                    <a:lnTo>
                      <a:pt x="659575" y="559383"/>
                    </a:lnTo>
                    <a:lnTo>
                      <a:pt x="0" y="559383"/>
                    </a:lnTo>
                    <a:close/>
                  </a:path>
                </a:pathLst>
              </a:custGeom>
              <a:solidFill>
                <a:srgbClr val="003D5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95250"/>
                <a:ext cx="659575" cy="654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0F9E2C5-0B72-CC6D-F9EE-4E995CAFF229}"/>
              </a:ext>
            </a:extLst>
          </p:cNvPr>
          <p:cNvGrpSpPr/>
          <p:nvPr/>
        </p:nvGrpSpPr>
        <p:grpSpPr>
          <a:xfrm>
            <a:off x="13858908" y="8701112"/>
            <a:ext cx="3205972" cy="1076928"/>
            <a:chOff x="13858908" y="8701112"/>
            <a:chExt cx="3205972" cy="1076928"/>
          </a:xfrm>
        </p:grpSpPr>
        <p:grpSp>
          <p:nvGrpSpPr>
            <p:cNvPr id="30" name="Grupo 30">
              <a:extLst>
                <a:ext uri="{FF2B5EF4-FFF2-40B4-BE49-F238E27FC236}">
                  <a16:creationId xmlns:a16="http://schemas.microsoft.com/office/drawing/2014/main" id="{F341BCA2-D4BD-C924-4349-E4E9D429CF6A}"/>
                </a:ext>
              </a:extLst>
            </p:cNvPr>
            <p:cNvGrpSpPr/>
            <p:nvPr/>
          </p:nvGrpSpPr>
          <p:grpSpPr>
            <a:xfrm>
              <a:off x="13858908" y="8701112"/>
              <a:ext cx="1223655" cy="1076928"/>
              <a:chOff x="14287536" y="8701112"/>
              <a:chExt cx="1223655" cy="1076928"/>
            </a:xfrm>
          </p:grpSpPr>
          <p:pic>
            <p:nvPicPr>
              <p:cNvPr id="32" name="Imagem 31" descr="Manual de Comunicação - 23.05.25.png">
                <a:extLst>
                  <a:ext uri="{FF2B5EF4-FFF2-40B4-BE49-F238E27FC236}">
                    <a16:creationId xmlns:a16="http://schemas.microsoft.com/office/drawing/2014/main" id="{6B04E15D-81C7-2DDD-7EDB-EDE3322AAC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287536" y="9022583"/>
                <a:ext cx="1223655" cy="755457"/>
              </a:xfrm>
              <a:prstGeom prst="rect">
                <a:avLst/>
              </a:prstGeom>
            </p:spPr>
          </p:pic>
          <p:pic>
            <p:nvPicPr>
              <p:cNvPr id="33" name="Imagem 32" descr="Templete Power Poitn.png">
                <a:extLst>
                  <a:ext uri="{FF2B5EF4-FFF2-40B4-BE49-F238E27FC236}">
                    <a16:creationId xmlns:a16="http://schemas.microsoft.com/office/drawing/2014/main" id="{B0D6F011-7254-E811-DFB9-C15BCCAD65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346115" y="8701112"/>
                <a:ext cx="1145548" cy="707236"/>
              </a:xfrm>
              <a:prstGeom prst="rect">
                <a:avLst/>
              </a:prstGeom>
            </p:spPr>
          </p:pic>
        </p:grp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574AA8F1-0726-AD53-692C-240CB0026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80704" y="8946682"/>
              <a:ext cx="1584176" cy="496678"/>
            </a:xfrm>
            <a:prstGeom prst="rect">
              <a:avLst/>
            </a:prstGeom>
          </p:spPr>
        </p:pic>
      </p:grpSp>
      <p:sp>
        <p:nvSpPr>
          <p:cNvPr id="46" name="TextBox 25">
            <a:extLst>
              <a:ext uri="{FF2B5EF4-FFF2-40B4-BE49-F238E27FC236}">
                <a16:creationId xmlns:a16="http://schemas.microsoft.com/office/drawing/2014/main" id="{E56B1AAF-4E77-EE76-99CD-4BA1FFB27F79}"/>
              </a:ext>
            </a:extLst>
          </p:cNvPr>
          <p:cNvSpPr txBox="1"/>
          <p:nvPr/>
        </p:nvSpPr>
        <p:spPr>
          <a:xfrm>
            <a:off x="5439717" y="1294880"/>
            <a:ext cx="11753716" cy="520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06"/>
              </a:lnSpc>
            </a:pPr>
            <a:r>
              <a:rPr lang="en-US" sz="4000" spc="57" dirty="0" err="1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Linguagem</a:t>
            </a:r>
            <a:r>
              <a:rPr lang="en-US" sz="4000" spc="57" dirty="0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 simples </a:t>
            </a:r>
            <a:r>
              <a:rPr lang="en-US" sz="4000" spc="57" dirty="0" err="1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nos</a:t>
            </a:r>
            <a:r>
              <a:rPr lang="en-US" sz="4000" spc="57" dirty="0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00" spc="57" dirty="0" err="1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demonstrativos</a:t>
            </a:r>
            <a:r>
              <a:rPr lang="en-US" sz="4000" spc="57" dirty="0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00" spc="57" dirty="0" err="1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fiscais</a:t>
            </a:r>
            <a:endParaRPr lang="pt-BR" sz="4000" dirty="0"/>
          </a:p>
        </p:txBody>
      </p:sp>
      <p:pic>
        <p:nvPicPr>
          <p:cNvPr id="47" name="Imagem 46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E56644E3-0CE1-3ED7-E280-D2E57A706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982" y="2030501"/>
            <a:ext cx="3210479" cy="7720642"/>
          </a:xfrm>
          <a:prstGeom prst="rect">
            <a:avLst/>
          </a:prstGeom>
        </p:spPr>
      </p:pic>
      <p:pic>
        <p:nvPicPr>
          <p:cNvPr id="48" name="Imagem 47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C1183290-F04F-3ADD-14FC-3033FE0428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0137" y="2315454"/>
            <a:ext cx="4668990" cy="687956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FC1CDA80-890E-622A-2814-50F9698769D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4887" t="15750" r="25883" b="12405"/>
          <a:stretch/>
        </p:blipFill>
        <p:spPr>
          <a:xfrm>
            <a:off x="8950905" y="2276536"/>
            <a:ext cx="4391923" cy="6386838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4B52774D-4227-3DDB-3349-E1E87CE03C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40137">
            <a:off x="12793308" y="3415927"/>
            <a:ext cx="4960652" cy="3427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11">
            <a:extLst>
              <a:ext uri="{FF2B5EF4-FFF2-40B4-BE49-F238E27FC236}">
                <a16:creationId xmlns:a16="http://schemas.microsoft.com/office/drawing/2014/main" id="{062D2E2D-F106-3277-EE35-0B684647FA1D}"/>
              </a:ext>
            </a:extLst>
          </p:cNvPr>
          <p:cNvGrpSpPr/>
          <p:nvPr/>
        </p:nvGrpSpPr>
        <p:grpSpPr>
          <a:xfrm>
            <a:off x="9144000" y="6473762"/>
            <a:ext cx="7488832" cy="1876709"/>
            <a:chOff x="0" y="0"/>
            <a:chExt cx="329990" cy="494277"/>
          </a:xfrm>
        </p:grpSpPr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0ADC519C-176B-D561-4269-02ED37553189}"/>
                </a:ext>
              </a:extLst>
            </p:cNvPr>
            <p:cNvSpPr/>
            <p:nvPr/>
          </p:nvSpPr>
          <p:spPr>
            <a:xfrm>
              <a:off x="0" y="0"/>
              <a:ext cx="329990" cy="494277"/>
            </a:xfrm>
            <a:custGeom>
              <a:avLst/>
              <a:gdLst/>
              <a:ahLst/>
              <a:cxnLst/>
              <a:rect l="l" t="t" r="r" b="b"/>
              <a:pathLst>
                <a:path w="329990" h="494277">
                  <a:moveTo>
                    <a:pt x="0" y="0"/>
                  </a:moveTo>
                  <a:lnTo>
                    <a:pt x="329990" y="0"/>
                  </a:lnTo>
                  <a:lnTo>
                    <a:pt x="329990" y="494277"/>
                  </a:lnTo>
                  <a:lnTo>
                    <a:pt x="0" y="494277"/>
                  </a:lnTo>
                  <a:close/>
                </a:path>
              </a:pathLst>
            </a:custGeom>
            <a:solidFill>
              <a:srgbClr val="003D5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TextBox 13">
              <a:extLst>
                <a:ext uri="{FF2B5EF4-FFF2-40B4-BE49-F238E27FC236}">
                  <a16:creationId xmlns:a16="http://schemas.microsoft.com/office/drawing/2014/main" id="{82BE36FA-C728-1CA8-6CED-EEA1681826EE}"/>
                </a:ext>
              </a:extLst>
            </p:cNvPr>
            <p:cNvSpPr txBox="1"/>
            <p:nvPr/>
          </p:nvSpPr>
          <p:spPr>
            <a:xfrm>
              <a:off x="0" y="-95250"/>
              <a:ext cx="329990" cy="589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9144000" y="2014182"/>
            <a:ext cx="7488832" cy="1876709"/>
            <a:chOff x="0" y="0"/>
            <a:chExt cx="2093369" cy="4942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93369" cy="494277"/>
            </a:xfrm>
            <a:custGeom>
              <a:avLst/>
              <a:gdLst/>
              <a:ahLst/>
              <a:cxnLst/>
              <a:rect l="l" t="t" r="r" b="b"/>
              <a:pathLst>
                <a:path w="2093369" h="494277">
                  <a:moveTo>
                    <a:pt x="0" y="0"/>
                  </a:moveTo>
                  <a:lnTo>
                    <a:pt x="2093369" y="0"/>
                  </a:lnTo>
                  <a:lnTo>
                    <a:pt x="2093369" y="494277"/>
                  </a:lnTo>
                  <a:lnTo>
                    <a:pt x="0" y="494277"/>
                  </a:lnTo>
                  <a:close/>
                </a:path>
              </a:pathLst>
            </a:custGeom>
            <a:solidFill>
              <a:srgbClr val="535153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093369" cy="589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88696" y="6498639"/>
            <a:ext cx="2450886" cy="1876709"/>
            <a:chOff x="0" y="0"/>
            <a:chExt cx="3571409" cy="4942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71409" cy="494277"/>
            </a:xfrm>
            <a:custGeom>
              <a:avLst/>
              <a:gdLst/>
              <a:ahLst/>
              <a:cxnLst/>
              <a:rect l="l" t="t" r="r" b="b"/>
              <a:pathLst>
                <a:path w="3571409" h="494277">
                  <a:moveTo>
                    <a:pt x="0" y="0"/>
                  </a:moveTo>
                  <a:lnTo>
                    <a:pt x="3571409" y="0"/>
                  </a:lnTo>
                  <a:lnTo>
                    <a:pt x="3571409" y="494277"/>
                  </a:lnTo>
                  <a:lnTo>
                    <a:pt x="0" y="494277"/>
                  </a:lnTo>
                  <a:close/>
                </a:path>
              </a:pathLst>
            </a:custGeom>
            <a:solidFill>
              <a:srgbClr val="FCAE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3571409" cy="589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1" y="4232558"/>
            <a:ext cx="7488832" cy="1876709"/>
            <a:chOff x="0" y="0"/>
            <a:chExt cx="2093369" cy="4942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93369" cy="494277"/>
            </a:xfrm>
            <a:custGeom>
              <a:avLst/>
              <a:gdLst/>
              <a:ahLst/>
              <a:cxnLst/>
              <a:rect l="l" t="t" r="r" b="b"/>
              <a:pathLst>
                <a:path w="2093369" h="494277">
                  <a:moveTo>
                    <a:pt x="0" y="0"/>
                  </a:moveTo>
                  <a:lnTo>
                    <a:pt x="2093369" y="0"/>
                  </a:lnTo>
                  <a:lnTo>
                    <a:pt x="2093369" y="494277"/>
                  </a:lnTo>
                  <a:lnTo>
                    <a:pt x="0" y="494277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093369" cy="589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88695" y="2038731"/>
            <a:ext cx="2450887" cy="1876709"/>
            <a:chOff x="0" y="0"/>
            <a:chExt cx="329990" cy="4942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9990" cy="494277"/>
            </a:xfrm>
            <a:custGeom>
              <a:avLst/>
              <a:gdLst/>
              <a:ahLst/>
              <a:cxnLst/>
              <a:rect l="l" t="t" r="r" b="b"/>
              <a:pathLst>
                <a:path w="329990" h="494277">
                  <a:moveTo>
                    <a:pt x="0" y="0"/>
                  </a:moveTo>
                  <a:lnTo>
                    <a:pt x="329990" y="0"/>
                  </a:lnTo>
                  <a:lnTo>
                    <a:pt x="329990" y="494277"/>
                  </a:lnTo>
                  <a:lnTo>
                    <a:pt x="0" y="494277"/>
                  </a:lnTo>
                  <a:close/>
                </a:path>
              </a:pathLst>
            </a:custGeom>
            <a:solidFill>
              <a:srgbClr val="003D5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329990" cy="589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88696" y="4344464"/>
            <a:ext cx="2450886" cy="1876709"/>
            <a:chOff x="0" y="0"/>
            <a:chExt cx="329990" cy="4942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29990" cy="494277"/>
            </a:xfrm>
            <a:custGeom>
              <a:avLst/>
              <a:gdLst/>
              <a:ahLst/>
              <a:cxnLst/>
              <a:rect l="l" t="t" r="r" b="b"/>
              <a:pathLst>
                <a:path w="329990" h="494277">
                  <a:moveTo>
                    <a:pt x="0" y="0"/>
                  </a:moveTo>
                  <a:lnTo>
                    <a:pt x="329990" y="0"/>
                  </a:lnTo>
                  <a:lnTo>
                    <a:pt x="329990" y="494277"/>
                  </a:lnTo>
                  <a:lnTo>
                    <a:pt x="0" y="494277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329990" cy="589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00842" y="3594190"/>
            <a:ext cx="4748213" cy="273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6600" b="1" err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Avaliações</a:t>
            </a:r>
            <a:r>
              <a:rPr lang="en-US" sz="6600" b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das </a:t>
            </a:r>
            <a:r>
              <a:rPr lang="en-US" sz="6600" b="1" err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Resenhas</a:t>
            </a:r>
            <a:endParaRPr lang="en-US" sz="6600" b="1">
              <a:solidFill>
                <a:srgbClr val="003D5D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369459" y="2547397"/>
            <a:ext cx="6787346" cy="674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 err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Pertinência</a:t>
            </a:r>
            <a:r>
              <a:rPr lang="en-US" sz="39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do </a:t>
            </a:r>
            <a:r>
              <a:rPr lang="en-US" sz="3999" b="1" err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tema</a:t>
            </a:r>
            <a:endParaRPr lang="en-US" sz="3999" b="1">
              <a:solidFill>
                <a:srgbClr val="FFFFFF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369459" y="6697683"/>
            <a:ext cx="7147444" cy="1392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err="1">
                <a:solidFill>
                  <a:srgbClr val="FFFFFF"/>
                </a:solidFill>
                <a:latin typeface="Bebas Neue Bold"/>
                <a:sym typeface="Bebas Neue"/>
              </a:rPr>
              <a:t>Conteúdo</a:t>
            </a:r>
            <a:r>
              <a:rPr lang="en-US" sz="3999" b="1">
                <a:solidFill>
                  <a:srgbClr val="FFFFFF"/>
                </a:solidFill>
                <a:latin typeface="Bebas Neue Bold"/>
                <a:sym typeface="Bebas Neue"/>
              </a:rPr>
              <a:t> </a:t>
            </a:r>
            <a:r>
              <a:rPr lang="en-US" sz="3999" b="1" err="1">
                <a:solidFill>
                  <a:srgbClr val="FFFFFF"/>
                </a:solidFill>
                <a:latin typeface="Bebas Neue Bold"/>
                <a:sym typeface="Bebas Neue"/>
              </a:rPr>
              <a:t>apresentado</a:t>
            </a:r>
            <a:r>
              <a:rPr lang="en-US" sz="3999" b="1">
                <a:solidFill>
                  <a:srgbClr val="FFFFFF"/>
                </a:solidFill>
                <a:latin typeface="Bebas Neue Bold"/>
                <a:sym typeface="Bebas Neue"/>
              </a:rPr>
              <a:t> é </a:t>
            </a:r>
            <a:r>
              <a:rPr lang="en-US" sz="3999" b="1" err="1">
                <a:solidFill>
                  <a:srgbClr val="FFFFFF"/>
                </a:solidFill>
                <a:latin typeface="Bebas Neue Bold"/>
                <a:sym typeface="Bebas Neue"/>
              </a:rPr>
              <a:t>útil</a:t>
            </a:r>
            <a:r>
              <a:rPr lang="en-US" sz="3999" b="1">
                <a:solidFill>
                  <a:srgbClr val="FFFFFF"/>
                </a:solidFill>
                <a:latin typeface="Bebas Neue Bold"/>
                <a:sym typeface="Bebas Neue"/>
              </a:rPr>
              <a:t> para a </a:t>
            </a:r>
            <a:r>
              <a:rPr lang="en-US" sz="3999" b="1" err="1">
                <a:solidFill>
                  <a:srgbClr val="FFFFFF"/>
                </a:solidFill>
                <a:latin typeface="Bebas Neue Bold"/>
                <a:sym typeface="Bebas Neue"/>
              </a:rPr>
              <a:t>rotina</a:t>
            </a:r>
            <a:r>
              <a:rPr lang="en-US" sz="3999" b="1">
                <a:solidFill>
                  <a:srgbClr val="FFFFFF"/>
                </a:solidFill>
                <a:latin typeface="Bebas Neue Bold"/>
                <a:sym typeface="Bebas Neue"/>
              </a:rPr>
              <a:t> de </a:t>
            </a:r>
            <a:r>
              <a:rPr lang="en-US" sz="3999" b="1" err="1">
                <a:solidFill>
                  <a:srgbClr val="FFFFFF"/>
                </a:solidFill>
                <a:latin typeface="Bebas Neue Bold"/>
                <a:sym typeface="Bebas Neue"/>
              </a:rPr>
              <a:t>trabalho</a:t>
            </a:r>
            <a:r>
              <a:rPr lang="en-US" sz="3999" b="1">
                <a:solidFill>
                  <a:srgbClr val="FFFFFF"/>
                </a:solidFill>
                <a:latin typeface="Bebas Neue Bold"/>
                <a:sym typeface="Bebas Neue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69459" y="4842912"/>
            <a:ext cx="7436369" cy="674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 err="1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Qualidade</a:t>
            </a:r>
            <a:r>
              <a:rPr lang="en-US" sz="3999" b="1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</a:t>
            </a:r>
            <a:r>
              <a:rPr lang="en-US" sz="3999" b="1" err="1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técnica</a:t>
            </a:r>
            <a:endParaRPr lang="en-US" sz="3999" b="1">
              <a:solidFill>
                <a:srgbClr val="000000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7630775" y="0"/>
            <a:ext cx="657225" cy="10287000"/>
            <a:chOff x="0" y="0"/>
            <a:chExt cx="173096" cy="270933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3096" cy="2709333"/>
            </a:xfrm>
            <a:custGeom>
              <a:avLst/>
              <a:gdLst/>
              <a:ahLst/>
              <a:cxnLst/>
              <a:rect l="l" t="t" r="r" b="b"/>
              <a:pathLst>
                <a:path w="173096" h="2709333">
                  <a:moveTo>
                    <a:pt x="0" y="0"/>
                  </a:moveTo>
                  <a:lnTo>
                    <a:pt x="173096" y="0"/>
                  </a:lnTo>
                  <a:lnTo>
                    <a:pt x="1730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173096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0"/>
            <a:ext cx="1856226" cy="1497063"/>
            <a:chOff x="0" y="0"/>
            <a:chExt cx="2474968" cy="1996084"/>
          </a:xfrm>
        </p:grpSpPr>
        <p:grpSp>
          <p:nvGrpSpPr>
            <p:cNvPr id="35" name="Group 35"/>
            <p:cNvGrpSpPr/>
            <p:nvPr/>
          </p:nvGrpSpPr>
          <p:grpSpPr>
            <a:xfrm>
              <a:off x="201952" y="0"/>
              <a:ext cx="1447232" cy="1174934"/>
              <a:chOff x="0" y="0"/>
              <a:chExt cx="664237" cy="5392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64237" cy="539260"/>
              </a:xfrm>
              <a:custGeom>
                <a:avLst/>
                <a:gdLst/>
                <a:ahLst/>
                <a:cxnLst/>
                <a:rect l="l" t="t" r="r" b="b"/>
                <a:pathLst>
                  <a:path w="664237" h="539260">
                    <a:moveTo>
                      <a:pt x="0" y="0"/>
                    </a:moveTo>
                    <a:lnTo>
                      <a:pt x="664237" y="0"/>
                    </a:lnTo>
                    <a:lnTo>
                      <a:pt x="664237" y="539260"/>
                    </a:lnTo>
                    <a:lnTo>
                      <a:pt x="0" y="539260"/>
                    </a:lnTo>
                    <a:close/>
                  </a:path>
                </a:pathLst>
              </a:custGeom>
              <a:solidFill>
                <a:srgbClr val="FCAE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95250"/>
                <a:ext cx="664237" cy="6345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0" y="714476"/>
              <a:ext cx="1306620" cy="1281608"/>
              <a:chOff x="0" y="0"/>
              <a:chExt cx="599701" cy="58822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99701" cy="588221"/>
              </a:xfrm>
              <a:custGeom>
                <a:avLst/>
                <a:gdLst/>
                <a:ahLst/>
                <a:cxnLst/>
                <a:rect l="l" t="t" r="r" b="b"/>
                <a:pathLst>
                  <a:path w="599701" h="588221">
                    <a:moveTo>
                      <a:pt x="0" y="0"/>
                    </a:moveTo>
                    <a:lnTo>
                      <a:pt x="599701" y="0"/>
                    </a:lnTo>
                    <a:lnTo>
                      <a:pt x="599701" y="588221"/>
                    </a:lnTo>
                    <a:lnTo>
                      <a:pt x="0" y="588221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95250"/>
                <a:ext cx="599701" cy="6834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037894" y="457633"/>
              <a:ext cx="1437074" cy="1218777"/>
              <a:chOff x="0" y="0"/>
              <a:chExt cx="659575" cy="55938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659575" cy="559383"/>
              </a:xfrm>
              <a:custGeom>
                <a:avLst/>
                <a:gdLst/>
                <a:ahLst/>
                <a:cxnLst/>
                <a:rect l="l" t="t" r="r" b="b"/>
                <a:pathLst>
                  <a:path w="659575" h="559383">
                    <a:moveTo>
                      <a:pt x="0" y="0"/>
                    </a:moveTo>
                    <a:lnTo>
                      <a:pt x="659575" y="0"/>
                    </a:lnTo>
                    <a:lnTo>
                      <a:pt x="659575" y="559383"/>
                    </a:lnTo>
                    <a:lnTo>
                      <a:pt x="0" y="559383"/>
                    </a:lnTo>
                    <a:close/>
                  </a:path>
                </a:pathLst>
              </a:custGeom>
              <a:solidFill>
                <a:srgbClr val="003D5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95250"/>
                <a:ext cx="659575" cy="654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</p:grpSp>
      <p:sp>
        <p:nvSpPr>
          <p:cNvPr id="62" name="TextBox 20"/>
          <p:cNvSpPr txBox="1"/>
          <p:nvPr/>
        </p:nvSpPr>
        <p:spPr>
          <a:xfrm>
            <a:off x="6655422" y="5075610"/>
            <a:ext cx="1989607" cy="809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8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4,86</a:t>
            </a:r>
          </a:p>
        </p:txBody>
      </p:sp>
      <p:sp>
        <p:nvSpPr>
          <p:cNvPr id="63" name="TextBox 20"/>
          <p:cNvSpPr txBox="1"/>
          <p:nvPr/>
        </p:nvSpPr>
        <p:spPr>
          <a:xfrm>
            <a:off x="6643670" y="5072062"/>
            <a:ext cx="928694" cy="809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endParaRPr lang="en-US" sz="8000" b="1">
              <a:solidFill>
                <a:srgbClr val="FFFFFF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576744C7-8510-E283-654F-0AD8582898D5}"/>
              </a:ext>
            </a:extLst>
          </p:cNvPr>
          <p:cNvGrpSpPr/>
          <p:nvPr/>
        </p:nvGrpSpPr>
        <p:grpSpPr>
          <a:xfrm>
            <a:off x="13858908" y="8701112"/>
            <a:ext cx="3205972" cy="1076928"/>
            <a:chOff x="13858908" y="8701112"/>
            <a:chExt cx="3205972" cy="1076928"/>
          </a:xfrm>
        </p:grpSpPr>
        <p:grpSp>
          <p:nvGrpSpPr>
            <p:cNvPr id="19" name="Grupo 30">
              <a:extLst>
                <a:ext uri="{FF2B5EF4-FFF2-40B4-BE49-F238E27FC236}">
                  <a16:creationId xmlns:a16="http://schemas.microsoft.com/office/drawing/2014/main" id="{4D522AEA-705E-75B2-645A-4C61AE822699}"/>
                </a:ext>
              </a:extLst>
            </p:cNvPr>
            <p:cNvGrpSpPr/>
            <p:nvPr/>
          </p:nvGrpSpPr>
          <p:grpSpPr>
            <a:xfrm>
              <a:off x="13858908" y="8701112"/>
              <a:ext cx="1223655" cy="1076928"/>
              <a:chOff x="14287536" y="8701112"/>
              <a:chExt cx="1223655" cy="1076928"/>
            </a:xfrm>
          </p:grpSpPr>
          <p:pic>
            <p:nvPicPr>
              <p:cNvPr id="28" name="Imagem 27" descr="Manual de Comunicação - 23.05.25.png">
                <a:extLst>
                  <a:ext uri="{FF2B5EF4-FFF2-40B4-BE49-F238E27FC236}">
                    <a16:creationId xmlns:a16="http://schemas.microsoft.com/office/drawing/2014/main" id="{2E998253-4463-0CA3-F82E-2EBE9729A1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287536" y="9022583"/>
                <a:ext cx="1223655" cy="755457"/>
              </a:xfrm>
              <a:prstGeom prst="rect">
                <a:avLst/>
              </a:prstGeom>
            </p:spPr>
          </p:pic>
          <p:pic>
            <p:nvPicPr>
              <p:cNvPr id="29" name="Imagem 28" descr="Templete Power Poitn.png">
                <a:extLst>
                  <a:ext uri="{FF2B5EF4-FFF2-40B4-BE49-F238E27FC236}">
                    <a16:creationId xmlns:a16="http://schemas.microsoft.com/office/drawing/2014/main" id="{07088DA0-C9C5-9DE9-DB70-9CB1E3F23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346115" y="8701112"/>
                <a:ext cx="1145548" cy="707236"/>
              </a:xfrm>
              <a:prstGeom prst="rect">
                <a:avLst/>
              </a:prstGeom>
            </p:spPr>
          </p:pic>
        </p:grpSp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E5212207-101A-11EC-E241-F132D7F8C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80704" y="8946682"/>
              <a:ext cx="1584176" cy="496678"/>
            </a:xfrm>
            <a:prstGeom prst="rect">
              <a:avLst/>
            </a:prstGeom>
          </p:spPr>
        </p:pic>
      </p:grpSp>
      <p:sp>
        <p:nvSpPr>
          <p:cNvPr id="53" name="TextBox 20">
            <a:extLst>
              <a:ext uri="{FF2B5EF4-FFF2-40B4-BE49-F238E27FC236}">
                <a16:creationId xmlns:a16="http://schemas.microsoft.com/office/drawing/2014/main" id="{9FDF098C-B74D-7620-4345-D1A76406A913}"/>
              </a:ext>
            </a:extLst>
          </p:cNvPr>
          <p:cNvSpPr txBox="1"/>
          <p:nvPr/>
        </p:nvSpPr>
        <p:spPr>
          <a:xfrm>
            <a:off x="6733194" y="2785466"/>
            <a:ext cx="1989607" cy="809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8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4,94</a:t>
            </a:r>
          </a:p>
        </p:txBody>
      </p:sp>
      <p:sp>
        <p:nvSpPr>
          <p:cNvPr id="54" name="TextBox 20">
            <a:extLst>
              <a:ext uri="{FF2B5EF4-FFF2-40B4-BE49-F238E27FC236}">
                <a16:creationId xmlns:a16="http://schemas.microsoft.com/office/drawing/2014/main" id="{1ECAE1D3-A173-5F99-10BD-30F9A89AF534}"/>
              </a:ext>
            </a:extLst>
          </p:cNvPr>
          <p:cNvSpPr txBox="1"/>
          <p:nvPr/>
        </p:nvSpPr>
        <p:spPr>
          <a:xfrm>
            <a:off x="6759091" y="7187497"/>
            <a:ext cx="1989607" cy="809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8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4,79</a:t>
            </a:r>
          </a:p>
        </p:txBody>
      </p:sp>
      <p:grpSp>
        <p:nvGrpSpPr>
          <p:cNvPr id="23" name="Group 5">
            <a:extLst>
              <a:ext uri="{FF2B5EF4-FFF2-40B4-BE49-F238E27FC236}">
                <a16:creationId xmlns:a16="http://schemas.microsoft.com/office/drawing/2014/main" id="{7793E2E5-E1D3-1029-9549-38F365CF667B}"/>
              </a:ext>
            </a:extLst>
          </p:cNvPr>
          <p:cNvGrpSpPr/>
          <p:nvPr/>
        </p:nvGrpSpPr>
        <p:grpSpPr>
          <a:xfrm>
            <a:off x="2183053" y="408193"/>
            <a:ext cx="13258472" cy="1495932"/>
            <a:chOff x="0" y="0"/>
            <a:chExt cx="1752073" cy="767088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08F6FDD4-3EFE-DCAC-7D37-0E090A9C4E7C}"/>
                </a:ext>
              </a:extLst>
            </p:cNvPr>
            <p:cNvSpPr/>
            <p:nvPr/>
          </p:nvSpPr>
          <p:spPr>
            <a:xfrm>
              <a:off x="0" y="0"/>
              <a:ext cx="1752073" cy="767088"/>
            </a:xfrm>
            <a:custGeom>
              <a:avLst/>
              <a:gdLst/>
              <a:ahLst/>
              <a:cxnLst/>
              <a:rect l="l" t="t" r="r" b="b"/>
              <a:pathLst>
                <a:path w="1752073" h="767088">
                  <a:moveTo>
                    <a:pt x="0" y="0"/>
                  </a:moveTo>
                  <a:lnTo>
                    <a:pt x="1752073" y="0"/>
                  </a:lnTo>
                  <a:lnTo>
                    <a:pt x="1752073" y="767088"/>
                  </a:lnTo>
                  <a:lnTo>
                    <a:pt x="0" y="767088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7">
              <a:extLst>
                <a:ext uri="{FF2B5EF4-FFF2-40B4-BE49-F238E27FC236}">
                  <a16:creationId xmlns:a16="http://schemas.microsoft.com/office/drawing/2014/main" id="{A9899361-4F29-03C7-E0CA-530D7EE3FB7D}"/>
                </a:ext>
              </a:extLst>
            </p:cNvPr>
            <p:cNvSpPr txBox="1"/>
            <p:nvPr/>
          </p:nvSpPr>
          <p:spPr>
            <a:xfrm>
              <a:off x="0" y="-152400"/>
              <a:ext cx="1752073" cy="919488"/>
            </a:xfrm>
            <a:prstGeom prst="rect">
              <a:avLst/>
            </a:prstGeom>
          </p:spPr>
          <p:txBody>
            <a:bodyPr lIns="46565" tIns="46565" rIns="46565" bIns="46565" rtlCol="0" anchor="ctr"/>
            <a:lstStyle/>
            <a:p>
              <a:pPr algn="r">
                <a:lnSpc>
                  <a:spcPts val="5099"/>
                </a:lnSpc>
              </a:pPr>
              <a:endParaRPr/>
            </a:p>
          </p:txBody>
        </p:sp>
      </p:grpSp>
      <p:sp>
        <p:nvSpPr>
          <p:cNvPr id="32" name="TextBox 8">
            <a:extLst>
              <a:ext uri="{FF2B5EF4-FFF2-40B4-BE49-F238E27FC236}">
                <a16:creationId xmlns:a16="http://schemas.microsoft.com/office/drawing/2014/main" id="{4CD05625-57FA-CF72-00CD-EA67F6D94877}"/>
              </a:ext>
            </a:extLst>
          </p:cNvPr>
          <p:cNvSpPr txBox="1"/>
          <p:nvPr/>
        </p:nvSpPr>
        <p:spPr>
          <a:xfrm>
            <a:off x="1486352" y="406893"/>
            <a:ext cx="4847570" cy="963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12"/>
              </a:lnSpc>
            </a:pPr>
            <a:r>
              <a:rPr lang="en-US" sz="5723" b="1" err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Resultados</a:t>
            </a:r>
            <a:r>
              <a:rPr lang="en-US" sz="5723" b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:</a:t>
            </a: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A72166B9-C02A-AEFA-1370-57F9DA10B06D}"/>
              </a:ext>
            </a:extLst>
          </p:cNvPr>
          <p:cNvSpPr txBox="1"/>
          <p:nvPr/>
        </p:nvSpPr>
        <p:spPr>
          <a:xfrm>
            <a:off x="5876446" y="1251605"/>
            <a:ext cx="11753716" cy="994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06"/>
              </a:lnSpc>
            </a:pPr>
            <a:r>
              <a:rPr lang="en-US" sz="4000" spc="57" dirty="0" err="1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Resenhas</a:t>
            </a:r>
            <a:r>
              <a:rPr lang="en-US" sz="4000" spc="57" dirty="0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 com </a:t>
            </a:r>
            <a:r>
              <a:rPr lang="en-US" sz="4000" spc="57" dirty="0" err="1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contabilistas</a:t>
            </a:r>
            <a:endParaRPr lang="en-US" sz="4000" spc="57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006"/>
              </a:lnSpc>
            </a:pPr>
            <a:endParaRPr lang="en-US" sz="2850" spc="57" dirty="0">
              <a:solidFill>
                <a:srgbClr val="003D5D"/>
              </a:solidFill>
              <a:latin typeface="Arimo"/>
              <a:ea typeface="Arimo"/>
              <a:cs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2099-1974-3E60-2EE8-F5101BBCC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EC82ABC4-B5B1-9F25-97F2-AE3036D78AE5}"/>
              </a:ext>
            </a:extLst>
          </p:cNvPr>
          <p:cNvGrpSpPr/>
          <p:nvPr/>
        </p:nvGrpSpPr>
        <p:grpSpPr>
          <a:xfrm>
            <a:off x="2183053" y="408193"/>
            <a:ext cx="13258472" cy="1495932"/>
            <a:chOff x="0" y="0"/>
            <a:chExt cx="1752073" cy="7670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D6506F1-3BFB-DE47-DE59-DF29B284D9FA}"/>
                </a:ext>
              </a:extLst>
            </p:cNvPr>
            <p:cNvSpPr/>
            <p:nvPr/>
          </p:nvSpPr>
          <p:spPr>
            <a:xfrm>
              <a:off x="0" y="0"/>
              <a:ext cx="1752073" cy="767088"/>
            </a:xfrm>
            <a:custGeom>
              <a:avLst/>
              <a:gdLst/>
              <a:ahLst/>
              <a:cxnLst/>
              <a:rect l="l" t="t" r="r" b="b"/>
              <a:pathLst>
                <a:path w="1752073" h="767088">
                  <a:moveTo>
                    <a:pt x="0" y="0"/>
                  </a:moveTo>
                  <a:lnTo>
                    <a:pt x="1752073" y="0"/>
                  </a:lnTo>
                  <a:lnTo>
                    <a:pt x="1752073" y="767088"/>
                  </a:lnTo>
                  <a:lnTo>
                    <a:pt x="0" y="767088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B7EDD65-98DE-A8CB-3414-2A1B6E129449}"/>
                </a:ext>
              </a:extLst>
            </p:cNvPr>
            <p:cNvSpPr txBox="1"/>
            <p:nvPr/>
          </p:nvSpPr>
          <p:spPr>
            <a:xfrm>
              <a:off x="0" y="-152400"/>
              <a:ext cx="1752073" cy="919488"/>
            </a:xfrm>
            <a:prstGeom prst="rect">
              <a:avLst/>
            </a:prstGeom>
          </p:spPr>
          <p:txBody>
            <a:bodyPr lIns="46565" tIns="46565" rIns="46565" bIns="46565" rtlCol="0" anchor="ctr"/>
            <a:lstStyle/>
            <a:p>
              <a:pPr algn="r">
                <a:lnSpc>
                  <a:spcPts val="509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055707A-6713-9228-5F5E-24F78FE875B7}"/>
              </a:ext>
            </a:extLst>
          </p:cNvPr>
          <p:cNvSpPr txBox="1"/>
          <p:nvPr/>
        </p:nvSpPr>
        <p:spPr>
          <a:xfrm>
            <a:off x="1486352" y="406893"/>
            <a:ext cx="4847570" cy="963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12"/>
              </a:lnSpc>
            </a:pPr>
            <a:r>
              <a:rPr lang="en-US" sz="5723" b="1" err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Resultados</a:t>
            </a:r>
            <a:r>
              <a:rPr lang="en-US" sz="5723" b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: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613F2E58-8AE1-C793-2067-B6816C588988}"/>
              </a:ext>
            </a:extLst>
          </p:cNvPr>
          <p:cNvGrpSpPr/>
          <p:nvPr/>
        </p:nvGrpSpPr>
        <p:grpSpPr>
          <a:xfrm>
            <a:off x="17630775" y="0"/>
            <a:ext cx="657225" cy="10287000"/>
            <a:chOff x="0" y="0"/>
            <a:chExt cx="173096" cy="270933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638C0F3-29D3-4226-6C25-68C867EFF672}"/>
                </a:ext>
              </a:extLst>
            </p:cNvPr>
            <p:cNvSpPr/>
            <p:nvPr/>
          </p:nvSpPr>
          <p:spPr>
            <a:xfrm>
              <a:off x="0" y="0"/>
              <a:ext cx="173096" cy="2709333"/>
            </a:xfrm>
            <a:custGeom>
              <a:avLst/>
              <a:gdLst/>
              <a:ahLst/>
              <a:cxnLst/>
              <a:rect l="l" t="t" r="r" b="b"/>
              <a:pathLst>
                <a:path w="173096" h="2709333">
                  <a:moveTo>
                    <a:pt x="0" y="0"/>
                  </a:moveTo>
                  <a:lnTo>
                    <a:pt x="173096" y="0"/>
                  </a:lnTo>
                  <a:lnTo>
                    <a:pt x="1730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2831973-CBF8-D8D0-D750-4DDFD55FFF6B}"/>
                </a:ext>
              </a:extLst>
            </p:cNvPr>
            <p:cNvSpPr txBox="1"/>
            <p:nvPr/>
          </p:nvSpPr>
          <p:spPr>
            <a:xfrm>
              <a:off x="0" y="-95250"/>
              <a:ext cx="173096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F43F658-6545-2031-5F52-4CBDA1633AB3}"/>
              </a:ext>
            </a:extLst>
          </p:cNvPr>
          <p:cNvGrpSpPr/>
          <p:nvPr/>
        </p:nvGrpSpPr>
        <p:grpSpPr>
          <a:xfrm>
            <a:off x="0" y="0"/>
            <a:ext cx="1856226" cy="1497063"/>
            <a:chOff x="0" y="0"/>
            <a:chExt cx="2474968" cy="1996084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0CE22339-62E6-BDAA-DA2F-0F7925137AB5}"/>
                </a:ext>
              </a:extLst>
            </p:cNvPr>
            <p:cNvGrpSpPr/>
            <p:nvPr/>
          </p:nvGrpSpPr>
          <p:grpSpPr>
            <a:xfrm>
              <a:off x="201952" y="0"/>
              <a:ext cx="1447232" cy="1174934"/>
              <a:chOff x="0" y="0"/>
              <a:chExt cx="664237" cy="53926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ABBF4E06-02E9-819E-D887-4A58F58ED31D}"/>
                  </a:ext>
                </a:extLst>
              </p:cNvPr>
              <p:cNvSpPr/>
              <p:nvPr/>
            </p:nvSpPr>
            <p:spPr>
              <a:xfrm>
                <a:off x="0" y="0"/>
                <a:ext cx="664237" cy="539260"/>
              </a:xfrm>
              <a:custGeom>
                <a:avLst/>
                <a:gdLst/>
                <a:ahLst/>
                <a:cxnLst/>
                <a:rect l="l" t="t" r="r" b="b"/>
                <a:pathLst>
                  <a:path w="664237" h="539260">
                    <a:moveTo>
                      <a:pt x="0" y="0"/>
                    </a:moveTo>
                    <a:lnTo>
                      <a:pt x="664237" y="0"/>
                    </a:lnTo>
                    <a:lnTo>
                      <a:pt x="664237" y="539260"/>
                    </a:lnTo>
                    <a:lnTo>
                      <a:pt x="0" y="539260"/>
                    </a:lnTo>
                    <a:close/>
                  </a:path>
                </a:pathLst>
              </a:custGeom>
              <a:solidFill>
                <a:srgbClr val="FCAE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CB868F8E-37B4-3C7C-5DAC-B4344E8D984B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64237" cy="6345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F312DB44-0F6B-26F1-3A22-27F855748267}"/>
                </a:ext>
              </a:extLst>
            </p:cNvPr>
            <p:cNvGrpSpPr/>
            <p:nvPr/>
          </p:nvGrpSpPr>
          <p:grpSpPr>
            <a:xfrm>
              <a:off x="0" y="714476"/>
              <a:ext cx="1306620" cy="1281608"/>
              <a:chOff x="0" y="0"/>
              <a:chExt cx="599701" cy="588221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BAF65D2E-01C6-1B19-0007-4AEB63A8E2AC}"/>
                  </a:ext>
                </a:extLst>
              </p:cNvPr>
              <p:cNvSpPr/>
              <p:nvPr/>
            </p:nvSpPr>
            <p:spPr>
              <a:xfrm>
                <a:off x="0" y="0"/>
                <a:ext cx="599701" cy="588221"/>
              </a:xfrm>
              <a:custGeom>
                <a:avLst/>
                <a:gdLst/>
                <a:ahLst/>
                <a:cxnLst/>
                <a:rect l="l" t="t" r="r" b="b"/>
                <a:pathLst>
                  <a:path w="599701" h="588221">
                    <a:moveTo>
                      <a:pt x="0" y="0"/>
                    </a:moveTo>
                    <a:lnTo>
                      <a:pt x="599701" y="0"/>
                    </a:lnTo>
                    <a:lnTo>
                      <a:pt x="599701" y="588221"/>
                    </a:lnTo>
                    <a:lnTo>
                      <a:pt x="0" y="588221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EFF75E25-0F6A-2331-7E87-2A6938E918B0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599701" cy="6834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D896EAB7-B368-A700-375B-DC6BB60A3F1F}"/>
                </a:ext>
              </a:extLst>
            </p:cNvPr>
            <p:cNvGrpSpPr/>
            <p:nvPr/>
          </p:nvGrpSpPr>
          <p:grpSpPr>
            <a:xfrm>
              <a:off x="1037894" y="457633"/>
              <a:ext cx="1437074" cy="1218777"/>
              <a:chOff x="0" y="0"/>
              <a:chExt cx="659575" cy="559383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B20D63EB-2DD1-EE0C-EF7A-8707FB973EF1}"/>
                  </a:ext>
                </a:extLst>
              </p:cNvPr>
              <p:cNvSpPr/>
              <p:nvPr/>
            </p:nvSpPr>
            <p:spPr>
              <a:xfrm>
                <a:off x="0" y="0"/>
                <a:ext cx="659575" cy="559383"/>
              </a:xfrm>
              <a:custGeom>
                <a:avLst/>
                <a:gdLst/>
                <a:ahLst/>
                <a:cxnLst/>
                <a:rect l="l" t="t" r="r" b="b"/>
                <a:pathLst>
                  <a:path w="659575" h="559383">
                    <a:moveTo>
                      <a:pt x="0" y="0"/>
                    </a:moveTo>
                    <a:lnTo>
                      <a:pt x="659575" y="0"/>
                    </a:lnTo>
                    <a:lnTo>
                      <a:pt x="659575" y="559383"/>
                    </a:lnTo>
                    <a:lnTo>
                      <a:pt x="0" y="559383"/>
                    </a:lnTo>
                    <a:close/>
                  </a:path>
                </a:pathLst>
              </a:custGeom>
              <a:solidFill>
                <a:srgbClr val="003D5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2C6CCF62-7F66-67AE-AB9A-2130B5A1EAD4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59575" cy="654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3595CB9A-DC62-2555-601B-4E12F02AE18C}"/>
              </a:ext>
            </a:extLst>
          </p:cNvPr>
          <p:cNvGrpSpPr/>
          <p:nvPr/>
        </p:nvGrpSpPr>
        <p:grpSpPr>
          <a:xfrm>
            <a:off x="13858908" y="8701112"/>
            <a:ext cx="3205972" cy="1076928"/>
            <a:chOff x="13858908" y="8701112"/>
            <a:chExt cx="3205972" cy="1076928"/>
          </a:xfrm>
        </p:grpSpPr>
        <p:grpSp>
          <p:nvGrpSpPr>
            <p:cNvPr id="30" name="Grupo 30">
              <a:extLst>
                <a:ext uri="{FF2B5EF4-FFF2-40B4-BE49-F238E27FC236}">
                  <a16:creationId xmlns:a16="http://schemas.microsoft.com/office/drawing/2014/main" id="{735D5320-3E39-B9CC-C34E-088EBF36557A}"/>
                </a:ext>
              </a:extLst>
            </p:cNvPr>
            <p:cNvGrpSpPr/>
            <p:nvPr/>
          </p:nvGrpSpPr>
          <p:grpSpPr>
            <a:xfrm>
              <a:off x="13858908" y="8701112"/>
              <a:ext cx="1223655" cy="1076928"/>
              <a:chOff x="14287536" y="8701112"/>
              <a:chExt cx="1223655" cy="1076928"/>
            </a:xfrm>
          </p:grpSpPr>
          <p:pic>
            <p:nvPicPr>
              <p:cNvPr id="32" name="Imagem 31" descr="Manual de Comunicação - 23.05.25.png">
                <a:extLst>
                  <a:ext uri="{FF2B5EF4-FFF2-40B4-BE49-F238E27FC236}">
                    <a16:creationId xmlns:a16="http://schemas.microsoft.com/office/drawing/2014/main" id="{4A11F185-DB1D-C1DE-593D-8FFEC7F171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287536" y="9022583"/>
                <a:ext cx="1223655" cy="755457"/>
              </a:xfrm>
              <a:prstGeom prst="rect">
                <a:avLst/>
              </a:prstGeom>
            </p:spPr>
          </p:pic>
          <p:pic>
            <p:nvPicPr>
              <p:cNvPr id="33" name="Imagem 32" descr="Templete Power Poitn.png">
                <a:extLst>
                  <a:ext uri="{FF2B5EF4-FFF2-40B4-BE49-F238E27FC236}">
                    <a16:creationId xmlns:a16="http://schemas.microsoft.com/office/drawing/2014/main" id="{6B9C37A2-31A4-8E67-C730-623EC26C4C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346115" y="8701112"/>
                <a:ext cx="1145548" cy="707236"/>
              </a:xfrm>
              <a:prstGeom prst="rect">
                <a:avLst/>
              </a:prstGeom>
            </p:spPr>
          </p:pic>
        </p:grp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5E7B78D4-0DFC-5FA0-3D45-A2CAA4A98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80704" y="8946682"/>
              <a:ext cx="1584176" cy="496678"/>
            </a:xfrm>
            <a:prstGeom prst="rect">
              <a:avLst/>
            </a:prstGeom>
          </p:spPr>
        </p:pic>
      </p:grpSp>
      <p:sp>
        <p:nvSpPr>
          <p:cNvPr id="46" name="TextBox 25">
            <a:extLst>
              <a:ext uri="{FF2B5EF4-FFF2-40B4-BE49-F238E27FC236}">
                <a16:creationId xmlns:a16="http://schemas.microsoft.com/office/drawing/2014/main" id="{E550971C-1660-B442-ADDA-502A2189E9E2}"/>
              </a:ext>
            </a:extLst>
          </p:cNvPr>
          <p:cNvSpPr txBox="1"/>
          <p:nvPr/>
        </p:nvSpPr>
        <p:spPr>
          <a:xfrm>
            <a:off x="5876446" y="1251605"/>
            <a:ext cx="11753716" cy="47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6"/>
              </a:lnSpc>
            </a:pPr>
            <a:r>
              <a:rPr lang="en-US" sz="2850" spc="57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15° </a:t>
            </a:r>
            <a:r>
              <a:rPr lang="en-US" sz="2850" spc="57" err="1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colocado</a:t>
            </a:r>
            <a:r>
              <a:rPr lang="en-US" sz="2850" spc="57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 no Ranking </a:t>
            </a:r>
            <a:r>
              <a:rPr lang="en-US" sz="2850" spc="57" err="1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Siconfi</a:t>
            </a:r>
            <a:r>
              <a:rPr lang="en-US" sz="2850" spc="57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 com nota A </a:t>
            </a:r>
          </a:p>
        </p:txBody>
      </p:sp>
      <p:pic>
        <p:nvPicPr>
          <p:cNvPr id="38" name="Imagem 37" descr="Diagrama&#10;&#10;O conteúdo gerado por IA pode estar incorreto.">
            <a:extLst>
              <a:ext uri="{FF2B5EF4-FFF2-40B4-BE49-F238E27FC236}">
                <a16:creationId xmlns:a16="http://schemas.microsoft.com/office/drawing/2014/main" id="{644AC4AB-7FA5-F762-3281-D539DB814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175" y="1983918"/>
            <a:ext cx="8238228" cy="828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78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1732A-7667-4B35-8E26-D87DF50B9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215C0401-0904-1365-63CB-09FFA616100F}"/>
              </a:ext>
            </a:extLst>
          </p:cNvPr>
          <p:cNvGrpSpPr/>
          <p:nvPr/>
        </p:nvGrpSpPr>
        <p:grpSpPr>
          <a:xfrm>
            <a:off x="2183053" y="408193"/>
            <a:ext cx="13258472" cy="1495932"/>
            <a:chOff x="0" y="0"/>
            <a:chExt cx="1752073" cy="7670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2D8D47B-A459-47BE-F863-69A129366B0A}"/>
                </a:ext>
              </a:extLst>
            </p:cNvPr>
            <p:cNvSpPr/>
            <p:nvPr/>
          </p:nvSpPr>
          <p:spPr>
            <a:xfrm>
              <a:off x="0" y="0"/>
              <a:ext cx="1752073" cy="767088"/>
            </a:xfrm>
            <a:custGeom>
              <a:avLst/>
              <a:gdLst/>
              <a:ahLst/>
              <a:cxnLst/>
              <a:rect l="l" t="t" r="r" b="b"/>
              <a:pathLst>
                <a:path w="1752073" h="767088">
                  <a:moveTo>
                    <a:pt x="0" y="0"/>
                  </a:moveTo>
                  <a:lnTo>
                    <a:pt x="1752073" y="0"/>
                  </a:lnTo>
                  <a:lnTo>
                    <a:pt x="1752073" y="767088"/>
                  </a:lnTo>
                  <a:lnTo>
                    <a:pt x="0" y="767088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8B6A5DE-C246-A255-8922-05D0805BE141}"/>
                </a:ext>
              </a:extLst>
            </p:cNvPr>
            <p:cNvSpPr txBox="1"/>
            <p:nvPr/>
          </p:nvSpPr>
          <p:spPr>
            <a:xfrm>
              <a:off x="0" y="-152400"/>
              <a:ext cx="1752073" cy="919488"/>
            </a:xfrm>
            <a:prstGeom prst="rect">
              <a:avLst/>
            </a:prstGeom>
          </p:spPr>
          <p:txBody>
            <a:bodyPr lIns="46565" tIns="46565" rIns="46565" bIns="46565" rtlCol="0" anchor="ctr"/>
            <a:lstStyle/>
            <a:p>
              <a:pPr algn="r">
                <a:lnSpc>
                  <a:spcPts val="509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029EA004-6DC8-3918-AED8-3377AEDC14E7}"/>
              </a:ext>
            </a:extLst>
          </p:cNvPr>
          <p:cNvSpPr txBox="1"/>
          <p:nvPr/>
        </p:nvSpPr>
        <p:spPr>
          <a:xfrm>
            <a:off x="1486352" y="406893"/>
            <a:ext cx="4847570" cy="963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12"/>
              </a:lnSpc>
            </a:pPr>
            <a:r>
              <a:rPr lang="en-US" sz="5723" b="1" err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Resultados</a:t>
            </a:r>
            <a:r>
              <a:rPr lang="en-US" sz="5723" b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: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55D22024-BD48-E023-554F-0C0C809DEAE0}"/>
              </a:ext>
            </a:extLst>
          </p:cNvPr>
          <p:cNvGrpSpPr/>
          <p:nvPr/>
        </p:nvGrpSpPr>
        <p:grpSpPr>
          <a:xfrm>
            <a:off x="17630775" y="0"/>
            <a:ext cx="657225" cy="10287000"/>
            <a:chOff x="0" y="0"/>
            <a:chExt cx="173096" cy="270933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6B97CC1-8925-16B0-6F2A-044F8F96EBA0}"/>
                </a:ext>
              </a:extLst>
            </p:cNvPr>
            <p:cNvSpPr/>
            <p:nvPr/>
          </p:nvSpPr>
          <p:spPr>
            <a:xfrm>
              <a:off x="0" y="0"/>
              <a:ext cx="173096" cy="2709333"/>
            </a:xfrm>
            <a:custGeom>
              <a:avLst/>
              <a:gdLst/>
              <a:ahLst/>
              <a:cxnLst/>
              <a:rect l="l" t="t" r="r" b="b"/>
              <a:pathLst>
                <a:path w="173096" h="2709333">
                  <a:moveTo>
                    <a:pt x="0" y="0"/>
                  </a:moveTo>
                  <a:lnTo>
                    <a:pt x="173096" y="0"/>
                  </a:lnTo>
                  <a:lnTo>
                    <a:pt x="1730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F1E174D-2BA2-07F5-1A01-426E2C44D787}"/>
                </a:ext>
              </a:extLst>
            </p:cNvPr>
            <p:cNvSpPr txBox="1"/>
            <p:nvPr/>
          </p:nvSpPr>
          <p:spPr>
            <a:xfrm>
              <a:off x="0" y="-95250"/>
              <a:ext cx="173096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4B82408-84E8-5E23-ACED-2D8711A49DAD}"/>
              </a:ext>
            </a:extLst>
          </p:cNvPr>
          <p:cNvGrpSpPr/>
          <p:nvPr/>
        </p:nvGrpSpPr>
        <p:grpSpPr>
          <a:xfrm>
            <a:off x="0" y="0"/>
            <a:ext cx="1856226" cy="1497063"/>
            <a:chOff x="0" y="0"/>
            <a:chExt cx="2474968" cy="1996084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A57C7A75-073E-E855-E905-14C00E94CB7D}"/>
                </a:ext>
              </a:extLst>
            </p:cNvPr>
            <p:cNvGrpSpPr/>
            <p:nvPr/>
          </p:nvGrpSpPr>
          <p:grpSpPr>
            <a:xfrm>
              <a:off x="201952" y="0"/>
              <a:ext cx="1447232" cy="1174934"/>
              <a:chOff x="0" y="0"/>
              <a:chExt cx="664237" cy="53926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B642F5C6-6C9D-C5D8-7D27-A0BAD8864E17}"/>
                  </a:ext>
                </a:extLst>
              </p:cNvPr>
              <p:cNvSpPr/>
              <p:nvPr/>
            </p:nvSpPr>
            <p:spPr>
              <a:xfrm>
                <a:off x="0" y="0"/>
                <a:ext cx="664237" cy="539260"/>
              </a:xfrm>
              <a:custGeom>
                <a:avLst/>
                <a:gdLst/>
                <a:ahLst/>
                <a:cxnLst/>
                <a:rect l="l" t="t" r="r" b="b"/>
                <a:pathLst>
                  <a:path w="664237" h="539260">
                    <a:moveTo>
                      <a:pt x="0" y="0"/>
                    </a:moveTo>
                    <a:lnTo>
                      <a:pt x="664237" y="0"/>
                    </a:lnTo>
                    <a:lnTo>
                      <a:pt x="664237" y="539260"/>
                    </a:lnTo>
                    <a:lnTo>
                      <a:pt x="0" y="539260"/>
                    </a:lnTo>
                    <a:close/>
                  </a:path>
                </a:pathLst>
              </a:custGeom>
              <a:solidFill>
                <a:srgbClr val="FCAE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BE8E210B-3D34-C465-F20F-F2747F6CF35F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64237" cy="6345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D75E93DB-2113-5CC7-B96A-6B45050EA6E3}"/>
                </a:ext>
              </a:extLst>
            </p:cNvPr>
            <p:cNvGrpSpPr/>
            <p:nvPr/>
          </p:nvGrpSpPr>
          <p:grpSpPr>
            <a:xfrm>
              <a:off x="0" y="714476"/>
              <a:ext cx="1306620" cy="1281608"/>
              <a:chOff x="0" y="0"/>
              <a:chExt cx="599701" cy="588221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305E434E-37B1-AB45-3721-E754FD650363}"/>
                  </a:ext>
                </a:extLst>
              </p:cNvPr>
              <p:cNvSpPr/>
              <p:nvPr/>
            </p:nvSpPr>
            <p:spPr>
              <a:xfrm>
                <a:off x="0" y="0"/>
                <a:ext cx="599701" cy="588221"/>
              </a:xfrm>
              <a:custGeom>
                <a:avLst/>
                <a:gdLst/>
                <a:ahLst/>
                <a:cxnLst/>
                <a:rect l="l" t="t" r="r" b="b"/>
                <a:pathLst>
                  <a:path w="599701" h="588221">
                    <a:moveTo>
                      <a:pt x="0" y="0"/>
                    </a:moveTo>
                    <a:lnTo>
                      <a:pt x="599701" y="0"/>
                    </a:lnTo>
                    <a:lnTo>
                      <a:pt x="599701" y="588221"/>
                    </a:lnTo>
                    <a:lnTo>
                      <a:pt x="0" y="588221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70FDD0A9-6A12-1ADB-B0ED-F85880E9B068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599701" cy="6834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20FDA44F-1F59-4727-C288-0AC23FF6CBE2}"/>
                </a:ext>
              </a:extLst>
            </p:cNvPr>
            <p:cNvGrpSpPr/>
            <p:nvPr/>
          </p:nvGrpSpPr>
          <p:grpSpPr>
            <a:xfrm>
              <a:off x="1037894" y="457633"/>
              <a:ext cx="1437074" cy="1218777"/>
              <a:chOff x="0" y="0"/>
              <a:chExt cx="659575" cy="559383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86865A62-DE9C-AF02-A932-EAC1F1310DEE}"/>
                  </a:ext>
                </a:extLst>
              </p:cNvPr>
              <p:cNvSpPr/>
              <p:nvPr/>
            </p:nvSpPr>
            <p:spPr>
              <a:xfrm>
                <a:off x="0" y="0"/>
                <a:ext cx="659575" cy="559383"/>
              </a:xfrm>
              <a:custGeom>
                <a:avLst/>
                <a:gdLst/>
                <a:ahLst/>
                <a:cxnLst/>
                <a:rect l="l" t="t" r="r" b="b"/>
                <a:pathLst>
                  <a:path w="659575" h="559383">
                    <a:moveTo>
                      <a:pt x="0" y="0"/>
                    </a:moveTo>
                    <a:lnTo>
                      <a:pt x="659575" y="0"/>
                    </a:lnTo>
                    <a:lnTo>
                      <a:pt x="659575" y="559383"/>
                    </a:lnTo>
                    <a:lnTo>
                      <a:pt x="0" y="559383"/>
                    </a:lnTo>
                    <a:close/>
                  </a:path>
                </a:pathLst>
              </a:custGeom>
              <a:solidFill>
                <a:srgbClr val="003D5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2DC9A33C-654E-BA67-3E5A-B5CA6D30AE4A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59575" cy="654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53FF9060-15FC-2395-EE6A-8756131DEA44}"/>
              </a:ext>
            </a:extLst>
          </p:cNvPr>
          <p:cNvGrpSpPr/>
          <p:nvPr/>
        </p:nvGrpSpPr>
        <p:grpSpPr>
          <a:xfrm>
            <a:off x="13858908" y="8701112"/>
            <a:ext cx="3205972" cy="1076928"/>
            <a:chOff x="13858908" y="8701112"/>
            <a:chExt cx="3205972" cy="1076928"/>
          </a:xfrm>
        </p:grpSpPr>
        <p:grpSp>
          <p:nvGrpSpPr>
            <p:cNvPr id="30" name="Grupo 30">
              <a:extLst>
                <a:ext uri="{FF2B5EF4-FFF2-40B4-BE49-F238E27FC236}">
                  <a16:creationId xmlns:a16="http://schemas.microsoft.com/office/drawing/2014/main" id="{1B49B942-BA5E-7857-4C86-E9A9FD5E5ABE}"/>
                </a:ext>
              </a:extLst>
            </p:cNvPr>
            <p:cNvGrpSpPr/>
            <p:nvPr/>
          </p:nvGrpSpPr>
          <p:grpSpPr>
            <a:xfrm>
              <a:off x="13858908" y="8701112"/>
              <a:ext cx="1223655" cy="1076928"/>
              <a:chOff x="14287536" y="8701112"/>
              <a:chExt cx="1223655" cy="1076928"/>
            </a:xfrm>
          </p:grpSpPr>
          <p:pic>
            <p:nvPicPr>
              <p:cNvPr id="32" name="Imagem 31" descr="Manual de Comunicação - 23.05.25.png">
                <a:extLst>
                  <a:ext uri="{FF2B5EF4-FFF2-40B4-BE49-F238E27FC236}">
                    <a16:creationId xmlns:a16="http://schemas.microsoft.com/office/drawing/2014/main" id="{328C98AF-CE46-07D4-54B5-1F6FB7C6D5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287536" y="9022583"/>
                <a:ext cx="1223655" cy="755457"/>
              </a:xfrm>
              <a:prstGeom prst="rect">
                <a:avLst/>
              </a:prstGeom>
            </p:spPr>
          </p:pic>
          <p:pic>
            <p:nvPicPr>
              <p:cNvPr id="33" name="Imagem 32" descr="Templete Power Poitn.png">
                <a:extLst>
                  <a:ext uri="{FF2B5EF4-FFF2-40B4-BE49-F238E27FC236}">
                    <a16:creationId xmlns:a16="http://schemas.microsoft.com/office/drawing/2014/main" id="{AC8E111D-C212-7387-1C5D-E607D59F77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346115" y="8701112"/>
                <a:ext cx="1145548" cy="707236"/>
              </a:xfrm>
              <a:prstGeom prst="rect">
                <a:avLst/>
              </a:prstGeom>
            </p:spPr>
          </p:pic>
        </p:grp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6C5A95D4-615E-19D6-CB25-04D13623E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80704" y="8946682"/>
              <a:ext cx="1584176" cy="496678"/>
            </a:xfrm>
            <a:prstGeom prst="rect">
              <a:avLst/>
            </a:prstGeom>
          </p:spPr>
        </p:pic>
      </p:grpSp>
      <p:sp>
        <p:nvSpPr>
          <p:cNvPr id="46" name="TextBox 25">
            <a:extLst>
              <a:ext uri="{FF2B5EF4-FFF2-40B4-BE49-F238E27FC236}">
                <a16:creationId xmlns:a16="http://schemas.microsoft.com/office/drawing/2014/main" id="{B5F256EC-0384-FCE0-C157-9E1F62CBF4CE}"/>
              </a:ext>
            </a:extLst>
          </p:cNvPr>
          <p:cNvSpPr txBox="1"/>
          <p:nvPr/>
        </p:nvSpPr>
        <p:spPr>
          <a:xfrm>
            <a:off x="5876446" y="1251605"/>
            <a:ext cx="11753716" cy="994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06"/>
              </a:lnSpc>
            </a:pPr>
            <a:r>
              <a:rPr lang="en-US" sz="4000" spc="57" dirty="0" err="1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Desenvolvimento</a:t>
            </a:r>
            <a:r>
              <a:rPr lang="en-US" sz="4000" spc="57" dirty="0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 GRP</a:t>
            </a:r>
            <a:endParaRPr lang="pt-BR" sz="4000" dirty="0"/>
          </a:p>
          <a:p>
            <a:pPr algn="l">
              <a:lnSpc>
                <a:spcPts val="4006"/>
              </a:lnSpc>
            </a:pPr>
            <a:endParaRPr lang="en-US" sz="2850" spc="57" dirty="0">
              <a:solidFill>
                <a:srgbClr val="003D5D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05432E-9298-AF91-BFB0-7BDA3D5A10A4}"/>
              </a:ext>
            </a:extLst>
          </p:cNvPr>
          <p:cNvSpPr txBox="1"/>
          <p:nvPr/>
        </p:nvSpPr>
        <p:spPr>
          <a:xfrm>
            <a:off x="489982" y="1967793"/>
            <a:ext cx="16489832" cy="7095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4200"/>
              </a:lnSpc>
              <a:buNone/>
            </a:pPr>
            <a:r>
              <a:rPr lang="pt-BR" sz="4000" b="1" dirty="0">
                <a:solidFill>
                  <a:srgbClr val="535153"/>
                </a:solidFill>
                <a:latin typeface="Arimo"/>
              </a:rPr>
              <a:t>Previsão</a:t>
            </a:r>
            <a:r>
              <a:rPr lang="en-US" sz="4000" b="1" dirty="0">
                <a:solidFill>
                  <a:srgbClr val="535153"/>
                </a:solidFill>
                <a:latin typeface="Arimo"/>
              </a:rPr>
              <a:t>​</a:t>
            </a:r>
          </a:p>
          <a:p>
            <a:pPr algn="just" fontAlgn="base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535153"/>
                </a:solidFill>
                <a:latin typeface="Arimo"/>
              </a:rPr>
              <a:t> Novembro de 2024 até Maio/25</a:t>
            </a:r>
          </a:p>
          <a:p>
            <a:pPr marL="571500" indent="-571500" algn="just" fontAlgn="base">
              <a:lnSpc>
                <a:spcPts val="4200"/>
              </a:lnSpc>
              <a:buFontTx/>
              <a:buChar char="-"/>
            </a:pPr>
            <a:r>
              <a:rPr lang="pt-BR" sz="4000" dirty="0">
                <a:solidFill>
                  <a:srgbClr val="535153"/>
                </a:solidFill>
                <a:latin typeface="Arimo"/>
              </a:rPr>
              <a:t>Desenvolvimento de 51 novas funcionalidades no GRP (concluída);</a:t>
            </a:r>
            <a:r>
              <a:rPr lang="en-US" sz="4000" dirty="0">
                <a:solidFill>
                  <a:srgbClr val="535153"/>
                </a:solidFill>
                <a:latin typeface="Arimo"/>
              </a:rPr>
              <a:t>​</a:t>
            </a:r>
          </a:p>
          <a:p>
            <a:pPr marL="571500" indent="-571500" algn="just" fontAlgn="base">
              <a:lnSpc>
                <a:spcPts val="4200"/>
              </a:lnSpc>
              <a:buFontTx/>
              <a:buChar char="-"/>
            </a:pPr>
            <a:endParaRPr lang="en-US" sz="4000" dirty="0">
              <a:solidFill>
                <a:srgbClr val="535153"/>
              </a:solidFill>
              <a:latin typeface="Arimo"/>
            </a:endParaRPr>
          </a:p>
          <a:p>
            <a:pPr algn="just" fontAlgn="base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535153"/>
                </a:solidFill>
                <a:latin typeface="Arimo"/>
              </a:rPr>
              <a:t> Junho até Dezembro/25 </a:t>
            </a:r>
          </a:p>
          <a:p>
            <a:pPr algn="just" fontAlgn="base">
              <a:lnSpc>
                <a:spcPts val="4200"/>
              </a:lnSpc>
            </a:pPr>
            <a:r>
              <a:rPr lang="pt-BR" sz="4000" dirty="0">
                <a:solidFill>
                  <a:srgbClr val="535153"/>
                </a:solidFill>
                <a:latin typeface="Arimo"/>
              </a:rPr>
              <a:t>- Previsão de implementação de 35 funcionalidades essenciais (concluída);</a:t>
            </a:r>
            <a:r>
              <a:rPr lang="en-US" sz="4000" dirty="0">
                <a:solidFill>
                  <a:srgbClr val="535153"/>
                </a:solidFill>
                <a:latin typeface="Arimo"/>
              </a:rPr>
              <a:t>​</a:t>
            </a:r>
          </a:p>
          <a:p>
            <a:pPr algn="just" fontAlgn="base">
              <a:lnSpc>
                <a:spcPts val="4200"/>
              </a:lnSpc>
              <a:buNone/>
            </a:pPr>
            <a:r>
              <a:rPr lang="pt-BR" sz="4000" dirty="0">
                <a:solidFill>
                  <a:srgbClr val="535153"/>
                </a:solidFill>
                <a:latin typeface="Arimo"/>
              </a:rPr>
              <a:t>- Ao longo da execução do contrato foram mapeadas 10 novas funcionalidades essenciais;</a:t>
            </a:r>
            <a:r>
              <a:rPr lang="en-US" sz="4000" dirty="0">
                <a:solidFill>
                  <a:srgbClr val="535153"/>
                </a:solidFill>
                <a:latin typeface="Arimo"/>
              </a:rPr>
              <a:t>​</a:t>
            </a:r>
          </a:p>
          <a:p>
            <a:pPr algn="just" fontAlgn="base">
              <a:lnSpc>
                <a:spcPts val="4200"/>
              </a:lnSpc>
              <a:buNone/>
            </a:pPr>
            <a:r>
              <a:rPr lang="pt-BR" sz="4000" dirty="0">
                <a:solidFill>
                  <a:srgbClr val="535153"/>
                </a:solidFill>
                <a:latin typeface="Arimo"/>
              </a:rPr>
              <a:t>​</a:t>
            </a:r>
          </a:p>
          <a:p>
            <a:pPr algn="just" fontAlgn="base">
              <a:lnSpc>
                <a:spcPts val="4200"/>
              </a:lnSpc>
              <a:buNone/>
            </a:pPr>
            <a:r>
              <a:rPr lang="pt-BR" sz="4000" b="1" dirty="0">
                <a:solidFill>
                  <a:srgbClr val="535153"/>
                </a:solidFill>
                <a:latin typeface="Arimo"/>
              </a:rPr>
              <a:t>Status atual</a:t>
            </a:r>
            <a:r>
              <a:rPr lang="en-US" sz="4000" b="1" dirty="0">
                <a:solidFill>
                  <a:srgbClr val="535153"/>
                </a:solidFill>
                <a:latin typeface="Arimo"/>
              </a:rPr>
              <a:t>​</a:t>
            </a:r>
          </a:p>
          <a:p>
            <a:pPr algn="just" fontAlgn="base">
              <a:lnSpc>
                <a:spcPts val="4200"/>
              </a:lnSpc>
              <a:buNone/>
            </a:pPr>
            <a:r>
              <a:rPr lang="pt-BR" sz="4000" dirty="0">
                <a:solidFill>
                  <a:srgbClr val="535153"/>
                </a:solidFill>
                <a:latin typeface="Arimo"/>
              </a:rPr>
              <a:t>- 45 funcionalidades concluídas;</a:t>
            </a:r>
            <a:r>
              <a:rPr lang="en-US" sz="4000" dirty="0">
                <a:solidFill>
                  <a:srgbClr val="535153"/>
                </a:solidFill>
                <a:latin typeface="Arimo"/>
              </a:rPr>
              <a:t>​</a:t>
            </a:r>
          </a:p>
          <a:p>
            <a:pPr algn="just" fontAlgn="base">
              <a:lnSpc>
                <a:spcPts val="4200"/>
              </a:lnSpc>
              <a:buNone/>
            </a:pPr>
            <a:r>
              <a:rPr lang="pt-BR" sz="4000" dirty="0">
                <a:solidFill>
                  <a:srgbClr val="535153"/>
                </a:solidFill>
                <a:latin typeface="Arimo"/>
              </a:rPr>
              <a:t>- Novo backlog mapeado (demandas conhecidas): Receita (4), Programação Financeira (4), Programação Orçamentária(2), Contábil/SICOP (2).</a:t>
            </a:r>
            <a:r>
              <a:rPr lang="en-US" sz="4000" dirty="0">
                <a:solidFill>
                  <a:srgbClr val="535153"/>
                </a:solidFill>
                <a:latin typeface="Arimo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2214495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59D76-6E01-760A-CEA6-DD9400259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06777E02-6A63-9AEA-52AF-D3AD208C8832}"/>
              </a:ext>
            </a:extLst>
          </p:cNvPr>
          <p:cNvGrpSpPr/>
          <p:nvPr/>
        </p:nvGrpSpPr>
        <p:grpSpPr>
          <a:xfrm>
            <a:off x="2183053" y="408193"/>
            <a:ext cx="13258472" cy="1495932"/>
            <a:chOff x="0" y="0"/>
            <a:chExt cx="1752073" cy="7670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63D7EB2-62BC-607C-7CC8-74BC2C68F580}"/>
                </a:ext>
              </a:extLst>
            </p:cNvPr>
            <p:cNvSpPr/>
            <p:nvPr/>
          </p:nvSpPr>
          <p:spPr>
            <a:xfrm>
              <a:off x="0" y="0"/>
              <a:ext cx="1752073" cy="767088"/>
            </a:xfrm>
            <a:custGeom>
              <a:avLst/>
              <a:gdLst/>
              <a:ahLst/>
              <a:cxnLst/>
              <a:rect l="l" t="t" r="r" b="b"/>
              <a:pathLst>
                <a:path w="1752073" h="767088">
                  <a:moveTo>
                    <a:pt x="0" y="0"/>
                  </a:moveTo>
                  <a:lnTo>
                    <a:pt x="1752073" y="0"/>
                  </a:lnTo>
                  <a:lnTo>
                    <a:pt x="1752073" y="767088"/>
                  </a:lnTo>
                  <a:lnTo>
                    <a:pt x="0" y="767088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603EE83-A0C0-D143-D755-208B480BFC26}"/>
                </a:ext>
              </a:extLst>
            </p:cNvPr>
            <p:cNvSpPr txBox="1"/>
            <p:nvPr/>
          </p:nvSpPr>
          <p:spPr>
            <a:xfrm>
              <a:off x="0" y="-152400"/>
              <a:ext cx="1752073" cy="919488"/>
            </a:xfrm>
            <a:prstGeom prst="rect">
              <a:avLst/>
            </a:prstGeom>
          </p:spPr>
          <p:txBody>
            <a:bodyPr lIns="46565" tIns="46565" rIns="46565" bIns="46565" rtlCol="0" anchor="ctr"/>
            <a:lstStyle/>
            <a:p>
              <a:pPr algn="r">
                <a:lnSpc>
                  <a:spcPts val="509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C00DB52-AC50-28EC-7F3F-82AEE0326C40}"/>
              </a:ext>
            </a:extLst>
          </p:cNvPr>
          <p:cNvSpPr txBox="1"/>
          <p:nvPr/>
        </p:nvSpPr>
        <p:spPr>
          <a:xfrm>
            <a:off x="1486352" y="406893"/>
            <a:ext cx="4847570" cy="963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12"/>
              </a:lnSpc>
            </a:pPr>
            <a:r>
              <a:rPr lang="en-US" sz="5723" b="1" err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Resultados</a:t>
            </a:r>
            <a:r>
              <a:rPr lang="en-US" sz="5723" b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: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A8AD2FF-B590-4818-98C3-919EDD2BB14F}"/>
              </a:ext>
            </a:extLst>
          </p:cNvPr>
          <p:cNvGrpSpPr/>
          <p:nvPr/>
        </p:nvGrpSpPr>
        <p:grpSpPr>
          <a:xfrm>
            <a:off x="17630775" y="0"/>
            <a:ext cx="657225" cy="10287000"/>
            <a:chOff x="0" y="0"/>
            <a:chExt cx="173096" cy="270933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3821884-174A-AA4E-5B84-BAFB6D6BBE46}"/>
                </a:ext>
              </a:extLst>
            </p:cNvPr>
            <p:cNvSpPr/>
            <p:nvPr/>
          </p:nvSpPr>
          <p:spPr>
            <a:xfrm>
              <a:off x="0" y="0"/>
              <a:ext cx="173096" cy="2709333"/>
            </a:xfrm>
            <a:custGeom>
              <a:avLst/>
              <a:gdLst/>
              <a:ahLst/>
              <a:cxnLst/>
              <a:rect l="l" t="t" r="r" b="b"/>
              <a:pathLst>
                <a:path w="173096" h="2709333">
                  <a:moveTo>
                    <a:pt x="0" y="0"/>
                  </a:moveTo>
                  <a:lnTo>
                    <a:pt x="173096" y="0"/>
                  </a:lnTo>
                  <a:lnTo>
                    <a:pt x="1730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1B010CC-2312-ABB4-2854-D39E2D3B42F4}"/>
                </a:ext>
              </a:extLst>
            </p:cNvPr>
            <p:cNvSpPr txBox="1"/>
            <p:nvPr/>
          </p:nvSpPr>
          <p:spPr>
            <a:xfrm>
              <a:off x="0" y="-95250"/>
              <a:ext cx="173096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6D9CDF1-E4A5-0BDA-9886-F0D65C8327D8}"/>
              </a:ext>
            </a:extLst>
          </p:cNvPr>
          <p:cNvGrpSpPr/>
          <p:nvPr/>
        </p:nvGrpSpPr>
        <p:grpSpPr>
          <a:xfrm>
            <a:off x="0" y="0"/>
            <a:ext cx="1856226" cy="1497063"/>
            <a:chOff x="0" y="0"/>
            <a:chExt cx="2474968" cy="1996084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B78B09AF-98D6-9748-88C7-313698295E5C}"/>
                </a:ext>
              </a:extLst>
            </p:cNvPr>
            <p:cNvGrpSpPr/>
            <p:nvPr/>
          </p:nvGrpSpPr>
          <p:grpSpPr>
            <a:xfrm>
              <a:off x="201952" y="0"/>
              <a:ext cx="1447232" cy="1174934"/>
              <a:chOff x="0" y="0"/>
              <a:chExt cx="664237" cy="53926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08BBD19E-F65D-0746-3F3B-3B9A6F507BC2}"/>
                  </a:ext>
                </a:extLst>
              </p:cNvPr>
              <p:cNvSpPr/>
              <p:nvPr/>
            </p:nvSpPr>
            <p:spPr>
              <a:xfrm>
                <a:off x="0" y="0"/>
                <a:ext cx="664237" cy="539260"/>
              </a:xfrm>
              <a:custGeom>
                <a:avLst/>
                <a:gdLst/>
                <a:ahLst/>
                <a:cxnLst/>
                <a:rect l="l" t="t" r="r" b="b"/>
                <a:pathLst>
                  <a:path w="664237" h="539260">
                    <a:moveTo>
                      <a:pt x="0" y="0"/>
                    </a:moveTo>
                    <a:lnTo>
                      <a:pt x="664237" y="0"/>
                    </a:lnTo>
                    <a:lnTo>
                      <a:pt x="664237" y="539260"/>
                    </a:lnTo>
                    <a:lnTo>
                      <a:pt x="0" y="539260"/>
                    </a:lnTo>
                    <a:close/>
                  </a:path>
                </a:pathLst>
              </a:custGeom>
              <a:solidFill>
                <a:srgbClr val="FCAE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71D4DE84-D0C3-7D23-56C9-A8AD663E591A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64237" cy="6345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F25252ED-402A-5C4F-D510-FD4A7C03DDAC}"/>
                </a:ext>
              </a:extLst>
            </p:cNvPr>
            <p:cNvGrpSpPr/>
            <p:nvPr/>
          </p:nvGrpSpPr>
          <p:grpSpPr>
            <a:xfrm>
              <a:off x="0" y="714476"/>
              <a:ext cx="1306620" cy="1281608"/>
              <a:chOff x="0" y="0"/>
              <a:chExt cx="599701" cy="588221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C094B98A-52D9-EF9F-2EC1-8F2EDAEDE1C3}"/>
                  </a:ext>
                </a:extLst>
              </p:cNvPr>
              <p:cNvSpPr/>
              <p:nvPr/>
            </p:nvSpPr>
            <p:spPr>
              <a:xfrm>
                <a:off x="0" y="0"/>
                <a:ext cx="599701" cy="588221"/>
              </a:xfrm>
              <a:custGeom>
                <a:avLst/>
                <a:gdLst/>
                <a:ahLst/>
                <a:cxnLst/>
                <a:rect l="l" t="t" r="r" b="b"/>
                <a:pathLst>
                  <a:path w="599701" h="588221">
                    <a:moveTo>
                      <a:pt x="0" y="0"/>
                    </a:moveTo>
                    <a:lnTo>
                      <a:pt x="599701" y="0"/>
                    </a:lnTo>
                    <a:lnTo>
                      <a:pt x="599701" y="588221"/>
                    </a:lnTo>
                    <a:lnTo>
                      <a:pt x="0" y="588221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D0B1539E-2C55-438A-D82A-CE85F92047A4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599701" cy="6834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5BCD7D5F-6702-531A-059E-909A2BC90770}"/>
                </a:ext>
              </a:extLst>
            </p:cNvPr>
            <p:cNvGrpSpPr/>
            <p:nvPr/>
          </p:nvGrpSpPr>
          <p:grpSpPr>
            <a:xfrm>
              <a:off x="1037894" y="457633"/>
              <a:ext cx="1437074" cy="1218777"/>
              <a:chOff x="0" y="0"/>
              <a:chExt cx="659575" cy="559383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A3FA3D65-4E39-4190-E260-C3CCC7238B9C}"/>
                  </a:ext>
                </a:extLst>
              </p:cNvPr>
              <p:cNvSpPr/>
              <p:nvPr/>
            </p:nvSpPr>
            <p:spPr>
              <a:xfrm>
                <a:off x="0" y="0"/>
                <a:ext cx="659575" cy="559383"/>
              </a:xfrm>
              <a:custGeom>
                <a:avLst/>
                <a:gdLst/>
                <a:ahLst/>
                <a:cxnLst/>
                <a:rect l="l" t="t" r="r" b="b"/>
                <a:pathLst>
                  <a:path w="659575" h="559383">
                    <a:moveTo>
                      <a:pt x="0" y="0"/>
                    </a:moveTo>
                    <a:lnTo>
                      <a:pt x="659575" y="0"/>
                    </a:lnTo>
                    <a:lnTo>
                      <a:pt x="659575" y="559383"/>
                    </a:lnTo>
                    <a:lnTo>
                      <a:pt x="0" y="559383"/>
                    </a:lnTo>
                    <a:close/>
                  </a:path>
                </a:pathLst>
              </a:custGeom>
              <a:solidFill>
                <a:srgbClr val="003D5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BB9A6B2B-1971-D2A8-0CEE-6A6F5D873709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59575" cy="654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EF94D0A1-FF47-55BE-F43F-00A120E0C9C9}"/>
              </a:ext>
            </a:extLst>
          </p:cNvPr>
          <p:cNvGrpSpPr/>
          <p:nvPr/>
        </p:nvGrpSpPr>
        <p:grpSpPr>
          <a:xfrm>
            <a:off x="13858908" y="8701112"/>
            <a:ext cx="3205972" cy="1076928"/>
            <a:chOff x="13858908" y="8701112"/>
            <a:chExt cx="3205972" cy="1076928"/>
          </a:xfrm>
        </p:grpSpPr>
        <p:grpSp>
          <p:nvGrpSpPr>
            <p:cNvPr id="30" name="Grupo 30">
              <a:extLst>
                <a:ext uri="{FF2B5EF4-FFF2-40B4-BE49-F238E27FC236}">
                  <a16:creationId xmlns:a16="http://schemas.microsoft.com/office/drawing/2014/main" id="{2C78CFBF-8A37-92D2-7D1B-8000BE83A8BA}"/>
                </a:ext>
              </a:extLst>
            </p:cNvPr>
            <p:cNvGrpSpPr/>
            <p:nvPr/>
          </p:nvGrpSpPr>
          <p:grpSpPr>
            <a:xfrm>
              <a:off x="13858908" y="8701112"/>
              <a:ext cx="1223655" cy="1076928"/>
              <a:chOff x="14287536" y="8701112"/>
              <a:chExt cx="1223655" cy="1076928"/>
            </a:xfrm>
          </p:grpSpPr>
          <p:pic>
            <p:nvPicPr>
              <p:cNvPr id="32" name="Imagem 31" descr="Manual de Comunicação - 23.05.25.png">
                <a:extLst>
                  <a:ext uri="{FF2B5EF4-FFF2-40B4-BE49-F238E27FC236}">
                    <a16:creationId xmlns:a16="http://schemas.microsoft.com/office/drawing/2014/main" id="{7F6D0F27-B43A-38EE-CE59-6EDDC3B90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287536" y="9022583"/>
                <a:ext cx="1223655" cy="755457"/>
              </a:xfrm>
              <a:prstGeom prst="rect">
                <a:avLst/>
              </a:prstGeom>
            </p:spPr>
          </p:pic>
          <p:pic>
            <p:nvPicPr>
              <p:cNvPr id="33" name="Imagem 32" descr="Templete Power Poitn.png">
                <a:extLst>
                  <a:ext uri="{FF2B5EF4-FFF2-40B4-BE49-F238E27FC236}">
                    <a16:creationId xmlns:a16="http://schemas.microsoft.com/office/drawing/2014/main" id="{F3B53365-847B-074C-3CC1-D940D449F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346115" y="8701112"/>
                <a:ext cx="1145548" cy="707236"/>
              </a:xfrm>
              <a:prstGeom prst="rect">
                <a:avLst/>
              </a:prstGeom>
            </p:spPr>
          </p:pic>
        </p:grp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10288F61-8755-F756-FF25-55B2BEB4B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80704" y="8946682"/>
              <a:ext cx="1584176" cy="496678"/>
            </a:xfrm>
            <a:prstGeom prst="rect">
              <a:avLst/>
            </a:prstGeom>
          </p:spPr>
        </p:pic>
      </p:grpSp>
      <p:sp>
        <p:nvSpPr>
          <p:cNvPr id="46" name="TextBox 25">
            <a:extLst>
              <a:ext uri="{FF2B5EF4-FFF2-40B4-BE49-F238E27FC236}">
                <a16:creationId xmlns:a16="http://schemas.microsoft.com/office/drawing/2014/main" id="{0A4F2A38-BB4D-5468-E1BF-A580A45C0915}"/>
              </a:ext>
            </a:extLst>
          </p:cNvPr>
          <p:cNvSpPr txBox="1"/>
          <p:nvPr/>
        </p:nvSpPr>
        <p:spPr>
          <a:xfrm>
            <a:off x="5876446" y="1251605"/>
            <a:ext cx="11753716" cy="994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06"/>
              </a:lnSpc>
            </a:pPr>
            <a:r>
              <a:rPr lang="en-US" sz="4000" spc="57" err="1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Homologação</a:t>
            </a:r>
            <a:r>
              <a:rPr lang="en-US" sz="4000" spc="57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 GRP</a:t>
            </a:r>
            <a:endParaRPr lang="pt-BR" sz="4000"/>
          </a:p>
          <a:p>
            <a:pPr algn="l">
              <a:lnSpc>
                <a:spcPts val="4006"/>
              </a:lnSpc>
            </a:pPr>
            <a:endParaRPr lang="en-US" sz="2850" spc="57">
              <a:solidFill>
                <a:srgbClr val="003D5D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4" name="Imagem 3" descr="Gráfico&#10;&#10;O conteúdo gerado por IA pode estar incorreto.">
            <a:extLst>
              <a:ext uri="{FF2B5EF4-FFF2-40B4-BE49-F238E27FC236}">
                <a16:creationId xmlns:a16="http://schemas.microsoft.com/office/drawing/2014/main" id="{5B86472F-6727-5274-9DB0-79135791C2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516" y="1967793"/>
            <a:ext cx="12117491" cy="782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25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B6A6B-20DD-BC5A-30ED-2142EA8DB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E0EBE4BF-4D9F-C7C9-EE29-76DFFE85DDB0}"/>
              </a:ext>
            </a:extLst>
          </p:cNvPr>
          <p:cNvGrpSpPr/>
          <p:nvPr/>
        </p:nvGrpSpPr>
        <p:grpSpPr>
          <a:xfrm>
            <a:off x="2183053" y="408193"/>
            <a:ext cx="13258472" cy="1495932"/>
            <a:chOff x="0" y="0"/>
            <a:chExt cx="1752073" cy="7670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2E70674-E920-AEA6-611A-59B112DF804E}"/>
                </a:ext>
              </a:extLst>
            </p:cNvPr>
            <p:cNvSpPr/>
            <p:nvPr/>
          </p:nvSpPr>
          <p:spPr>
            <a:xfrm>
              <a:off x="0" y="0"/>
              <a:ext cx="1752073" cy="767088"/>
            </a:xfrm>
            <a:custGeom>
              <a:avLst/>
              <a:gdLst/>
              <a:ahLst/>
              <a:cxnLst/>
              <a:rect l="l" t="t" r="r" b="b"/>
              <a:pathLst>
                <a:path w="1752073" h="767088">
                  <a:moveTo>
                    <a:pt x="0" y="0"/>
                  </a:moveTo>
                  <a:lnTo>
                    <a:pt x="1752073" y="0"/>
                  </a:lnTo>
                  <a:lnTo>
                    <a:pt x="1752073" y="767088"/>
                  </a:lnTo>
                  <a:lnTo>
                    <a:pt x="0" y="767088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19D7DC2-2F09-61B5-0EB7-B0A23A8A1556}"/>
                </a:ext>
              </a:extLst>
            </p:cNvPr>
            <p:cNvSpPr txBox="1"/>
            <p:nvPr/>
          </p:nvSpPr>
          <p:spPr>
            <a:xfrm>
              <a:off x="0" y="-152400"/>
              <a:ext cx="1752073" cy="919488"/>
            </a:xfrm>
            <a:prstGeom prst="rect">
              <a:avLst/>
            </a:prstGeom>
          </p:spPr>
          <p:txBody>
            <a:bodyPr lIns="46565" tIns="46565" rIns="46565" bIns="46565" rtlCol="0" anchor="ctr"/>
            <a:lstStyle/>
            <a:p>
              <a:pPr algn="r">
                <a:lnSpc>
                  <a:spcPts val="509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900C0135-1170-97B1-2653-26B374165009}"/>
              </a:ext>
            </a:extLst>
          </p:cNvPr>
          <p:cNvSpPr txBox="1"/>
          <p:nvPr/>
        </p:nvSpPr>
        <p:spPr>
          <a:xfrm>
            <a:off x="1486352" y="406893"/>
            <a:ext cx="4847570" cy="963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12"/>
              </a:lnSpc>
            </a:pPr>
            <a:r>
              <a:rPr lang="en-US" sz="5723" b="1" err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Resultados</a:t>
            </a:r>
            <a:r>
              <a:rPr lang="en-US" sz="5723" b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: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9723A9F0-93A8-2C7E-32F4-5FFD1C661648}"/>
              </a:ext>
            </a:extLst>
          </p:cNvPr>
          <p:cNvGrpSpPr/>
          <p:nvPr/>
        </p:nvGrpSpPr>
        <p:grpSpPr>
          <a:xfrm>
            <a:off x="17630775" y="0"/>
            <a:ext cx="657225" cy="10287000"/>
            <a:chOff x="0" y="0"/>
            <a:chExt cx="173096" cy="270933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9B8C7AC-9417-2CCC-B4C1-4C62AEEAE9B8}"/>
                </a:ext>
              </a:extLst>
            </p:cNvPr>
            <p:cNvSpPr/>
            <p:nvPr/>
          </p:nvSpPr>
          <p:spPr>
            <a:xfrm>
              <a:off x="0" y="0"/>
              <a:ext cx="173096" cy="2709333"/>
            </a:xfrm>
            <a:custGeom>
              <a:avLst/>
              <a:gdLst/>
              <a:ahLst/>
              <a:cxnLst/>
              <a:rect l="l" t="t" r="r" b="b"/>
              <a:pathLst>
                <a:path w="173096" h="2709333">
                  <a:moveTo>
                    <a:pt x="0" y="0"/>
                  </a:moveTo>
                  <a:lnTo>
                    <a:pt x="173096" y="0"/>
                  </a:lnTo>
                  <a:lnTo>
                    <a:pt x="1730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08E60CA-7D2A-C586-6620-6B877995C121}"/>
                </a:ext>
              </a:extLst>
            </p:cNvPr>
            <p:cNvSpPr txBox="1"/>
            <p:nvPr/>
          </p:nvSpPr>
          <p:spPr>
            <a:xfrm>
              <a:off x="0" y="-95250"/>
              <a:ext cx="173096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7298DB0E-1969-12FD-7621-A557F50A7347}"/>
              </a:ext>
            </a:extLst>
          </p:cNvPr>
          <p:cNvGrpSpPr/>
          <p:nvPr/>
        </p:nvGrpSpPr>
        <p:grpSpPr>
          <a:xfrm>
            <a:off x="0" y="0"/>
            <a:ext cx="1856226" cy="1497063"/>
            <a:chOff x="0" y="0"/>
            <a:chExt cx="2474968" cy="1996084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6370207A-EB70-8663-EBFA-3138D9427C65}"/>
                </a:ext>
              </a:extLst>
            </p:cNvPr>
            <p:cNvGrpSpPr/>
            <p:nvPr/>
          </p:nvGrpSpPr>
          <p:grpSpPr>
            <a:xfrm>
              <a:off x="201952" y="0"/>
              <a:ext cx="1447232" cy="1174934"/>
              <a:chOff x="0" y="0"/>
              <a:chExt cx="664237" cy="53926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4EC3419A-AE7F-BC2A-1FE1-7AFB64AD26F4}"/>
                  </a:ext>
                </a:extLst>
              </p:cNvPr>
              <p:cNvSpPr/>
              <p:nvPr/>
            </p:nvSpPr>
            <p:spPr>
              <a:xfrm>
                <a:off x="0" y="0"/>
                <a:ext cx="664237" cy="539260"/>
              </a:xfrm>
              <a:custGeom>
                <a:avLst/>
                <a:gdLst/>
                <a:ahLst/>
                <a:cxnLst/>
                <a:rect l="l" t="t" r="r" b="b"/>
                <a:pathLst>
                  <a:path w="664237" h="539260">
                    <a:moveTo>
                      <a:pt x="0" y="0"/>
                    </a:moveTo>
                    <a:lnTo>
                      <a:pt x="664237" y="0"/>
                    </a:lnTo>
                    <a:lnTo>
                      <a:pt x="664237" y="539260"/>
                    </a:lnTo>
                    <a:lnTo>
                      <a:pt x="0" y="539260"/>
                    </a:lnTo>
                    <a:close/>
                  </a:path>
                </a:pathLst>
              </a:custGeom>
              <a:solidFill>
                <a:srgbClr val="FCAE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6C724117-C61D-E481-2EA9-64C197FC6A47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64237" cy="6345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85837B0F-1350-A1C8-6353-F14BD7AB33D1}"/>
                </a:ext>
              </a:extLst>
            </p:cNvPr>
            <p:cNvGrpSpPr/>
            <p:nvPr/>
          </p:nvGrpSpPr>
          <p:grpSpPr>
            <a:xfrm>
              <a:off x="0" y="714476"/>
              <a:ext cx="1306620" cy="1281608"/>
              <a:chOff x="0" y="0"/>
              <a:chExt cx="599701" cy="588221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67BB609C-B1D4-7CDE-EC11-0AE2B53C5C54}"/>
                  </a:ext>
                </a:extLst>
              </p:cNvPr>
              <p:cNvSpPr/>
              <p:nvPr/>
            </p:nvSpPr>
            <p:spPr>
              <a:xfrm>
                <a:off x="0" y="0"/>
                <a:ext cx="599701" cy="588221"/>
              </a:xfrm>
              <a:custGeom>
                <a:avLst/>
                <a:gdLst/>
                <a:ahLst/>
                <a:cxnLst/>
                <a:rect l="l" t="t" r="r" b="b"/>
                <a:pathLst>
                  <a:path w="599701" h="588221">
                    <a:moveTo>
                      <a:pt x="0" y="0"/>
                    </a:moveTo>
                    <a:lnTo>
                      <a:pt x="599701" y="0"/>
                    </a:lnTo>
                    <a:lnTo>
                      <a:pt x="599701" y="588221"/>
                    </a:lnTo>
                    <a:lnTo>
                      <a:pt x="0" y="588221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809E7266-2A9C-0FD1-48C9-A0F1CEA6C5B6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599701" cy="6834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9247A3E5-4A33-0CBA-6B9F-ABA5C0C829D8}"/>
                </a:ext>
              </a:extLst>
            </p:cNvPr>
            <p:cNvGrpSpPr/>
            <p:nvPr/>
          </p:nvGrpSpPr>
          <p:grpSpPr>
            <a:xfrm>
              <a:off x="1037894" y="457633"/>
              <a:ext cx="1437074" cy="1218777"/>
              <a:chOff x="0" y="0"/>
              <a:chExt cx="659575" cy="559383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695C7052-75E9-50E5-4682-80E87D7BD0F5}"/>
                  </a:ext>
                </a:extLst>
              </p:cNvPr>
              <p:cNvSpPr/>
              <p:nvPr/>
            </p:nvSpPr>
            <p:spPr>
              <a:xfrm>
                <a:off x="0" y="0"/>
                <a:ext cx="659575" cy="559383"/>
              </a:xfrm>
              <a:custGeom>
                <a:avLst/>
                <a:gdLst/>
                <a:ahLst/>
                <a:cxnLst/>
                <a:rect l="l" t="t" r="r" b="b"/>
                <a:pathLst>
                  <a:path w="659575" h="559383">
                    <a:moveTo>
                      <a:pt x="0" y="0"/>
                    </a:moveTo>
                    <a:lnTo>
                      <a:pt x="659575" y="0"/>
                    </a:lnTo>
                    <a:lnTo>
                      <a:pt x="659575" y="559383"/>
                    </a:lnTo>
                    <a:lnTo>
                      <a:pt x="0" y="559383"/>
                    </a:lnTo>
                    <a:close/>
                  </a:path>
                </a:pathLst>
              </a:custGeom>
              <a:solidFill>
                <a:srgbClr val="003D5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69FC928E-FFB3-3293-EF8A-7F29DC462E11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59575" cy="654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6B5A281D-8862-E34C-395C-BD214D260DDF}"/>
              </a:ext>
            </a:extLst>
          </p:cNvPr>
          <p:cNvGrpSpPr/>
          <p:nvPr/>
        </p:nvGrpSpPr>
        <p:grpSpPr>
          <a:xfrm>
            <a:off x="13858908" y="8701112"/>
            <a:ext cx="3205972" cy="1076928"/>
            <a:chOff x="13858908" y="8701112"/>
            <a:chExt cx="3205972" cy="1076928"/>
          </a:xfrm>
        </p:grpSpPr>
        <p:grpSp>
          <p:nvGrpSpPr>
            <p:cNvPr id="30" name="Grupo 30">
              <a:extLst>
                <a:ext uri="{FF2B5EF4-FFF2-40B4-BE49-F238E27FC236}">
                  <a16:creationId xmlns:a16="http://schemas.microsoft.com/office/drawing/2014/main" id="{632291D4-8DE6-9028-6C57-C565F9EC42DA}"/>
                </a:ext>
              </a:extLst>
            </p:cNvPr>
            <p:cNvGrpSpPr/>
            <p:nvPr/>
          </p:nvGrpSpPr>
          <p:grpSpPr>
            <a:xfrm>
              <a:off x="13858908" y="8701112"/>
              <a:ext cx="1223655" cy="1076928"/>
              <a:chOff x="14287536" y="8701112"/>
              <a:chExt cx="1223655" cy="1076928"/>
            </a:xfrm>
          </p:grpSpPr>
          <p:pic>
            <p:nvPicPr>
              <p:cNvPr id="32" name="Imagem 31" descr="Manual de Comunicação - 23.05.25.png">
                <a:extLst>
                  <a:ext uri="{FF2B5EF4-FFF2-40B4-BE49-F238E27FC236}">
                    <a16:creationId xmlns:a16="http://schemas.microsoft.com/office/drawing/2014/main" id="{012230FE-EA10-C331-560D-1D228072D6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287536" y="9022583"/>
                <a:ext cx="1223655" cy="755457"/>
              </a:xfrm>
              <a:prstGeom prst="rect">
                <a:avLst/>
              </a:prstGeom>
            </p:spPr>
          </p:pic>
          <p:pic>
            <p:nvPicPr>
              <p:cNvPr id="33" name="Imagem 32" descr="Templete Power Poitn.png">
                <a:extLst>
                  <a:ext uri="{FF2B5EF4-FFF2-40B4-BE49-F238E27FC236}">
                    <a16:creationId xmlns:a16="http://schemas.microsoft.com/office/drawing/2014/main" id="{2174F06D-86C2-5B75-9E25-A0AB0052BA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346115" y="8701112"/>
                <a:ext cx="1145548" cy="707236"/>
              </a:xfrm>
              <a:prstGeom prst="rect">
                <a:avLst/>
              </a:prstGeom>
            </p:spPr>
          </p:pic>
        </p:grp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C060A871-A365-B1F1-DA43-62E230D89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80704" y="8946682"/>
              <a:ext cx="1584176" cy="496678"/>
            </a:xfrm>
            <a:prstGeom prst="rect">
              <a:avLst/>
            </a:prstGeom>
          </p:spPr>
        </p:pic>
      </p:grpSp>
      <p:sp>
        <p:nvSpPr>
          <p:cNvPr id="46" name="TextBox 25">
            <a:extLst>
              <a:ext uri="{FF2B5EF4-FFF2-40B4-BE49-F238E27FC236}">
                <a16:creationId xmlns:a16="http://schemas.microsoft.com/office/drawing/2014/main" id="{1283BD2C-44AD-B7B7-7763-124D5159EA5F}"/>
              </a:ext>
            </a:extLst>
          </p:cNvPr>
          <p:cNvSpPr txBox="1"/>
          <p:nvPr/>
        </p:nvSpPr>
        <p:spPr>
          <a:xfrm>
            <a:off x="5876446" y="1251605"/>
            <a:ext cx="11753716" cy="1609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spc="57" err="1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Painel</a:t>
            </a:r>
            <a:r>
              <a:rPr lang="en-US" sz="4000" spc="57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4000" spc="57" err="1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controle</a:t>
            </a:r>
            <a:r>
              <a:rPr lang="en-US" sz="4000" spc="57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 testes do GRP</a:t>
            </a:r>
            <a:endParaRPr lang="en-US" sz="4000" spc="5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>
              <a:lnSpc>
                <a:spcPts val="4006"/>
              </a:lnSpc>
            </a:pPr>
            <a:endParaRPr lang="en-US" sz="2800" spc="57">
              <a:solidFill>
                <a:srgbClr val="003D5D"/>
              </a:solidFill>
              <a:latin typeface="Arimo"/>
              <a:ea typeface="Arimo"/>
              <a:cs typeface="Arimo"/>
            </a:endParaRPr>
          </a:p>
          <a:p>
            <a:pPr algn="l">
              <a:lnSpc>
                <a:spcPts val="4006"/>
              </a:lnSpc>
            </a:pPr>
            <a:endParaRPr lang="en-US" sz="2850" spc="57">
              <a:solidFill>
                <a:srgbClr val="003D5D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2" name="Imagem 1">
            <a:hlinkClick r:id="rId5"/>
            <a:extLst>
              <a:ext uri="{FF2B5EF4-FFF2-40B4-BE49-F238E27FC236}">
                <a16:creationId xmlns:a16="http://schemas.microsoft.com/office/drawing/2014/main" id="{47DB9D29-CB0A-0636-BC28-D9DE96AD4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002" y="2213517"/>
            <a:ext cx="11497757" cy="641763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FBC4813-9CAD-D0D3-3DAE-B8DDF91AEA1D}"/>
              </a:ext>
            </a:extLst>
          </p:cNvPr>
          <p:cNvSpPr txBox="1"/>
          <p:nvPr/>
        </p:nvSpPr>
        <p:spPr>
          <a:xfrm>
            <a:off x="1486352" y="8701112"/>
            <a:ext cx="11497757" cy="1116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4200"/>
              </a:lnSpc>
              <a:buNone/>
            </a:pPr>
            <a:r>
              <a:rPr lang="en-US" sz="2400" i="1" u="sng" dirty="0">
                <a:solidFill>
                  <a:schemeClr val="accent1">
                    <a:lumMod val="75000"/>
                  </a:schemeClr>
                </a:solidFill>
                <a:latin typeface="+mj-lt"/>
                <a:hlinkClick r:id="rId5"/>
              </a:rPr>
              <a:t>https://app.powerbi.com/links/i9dyd-iw2V?ctid=4c86fd71-d016-4231-a160-57311d68b951&amp;pbi_source=linkShare</a:t>
            </a: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3023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C9BB-B621-9065-B9A8-348D1C20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F40AEA5F-13F4-F330-D954-FC951D90BC91}"/>
              </a:ext>
            </a:extLst>
          </p:cNvPr>
          <p:cNvGrpSpPr/>
          <p:nvPr/>
        </p:nvGrpSpPr>
        <p:grpSpPr>
          <a:xfrm>
            <a:off x="2183053" y="408193"/>
            <a:ext cx="13258472" cy="1495932"/>
            <a:chOff x="0" y="0"/>
            <a:chExt cx="1752073" cy="7670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DAC50CF-DDF1-697A-D0F5-7B5AFBC8F3EA}"/>
                </a:ext>
              </a:extLst>
            </p:cNvPr>
            <p:cNvSpPr/>
            <p:nvPr/>
          </p:nvSpPr>
          <p:spPr>
            <a:xfrm>
              <a:off x="0" y="0"/>
              <a:ext cx="1752073" cy="767088"/>
            </a:xfrm>
            <a:custGeom>
              <a:avLst/>
              <a:gdLst/>
              <a:ahLst/>
              <a:cxnLst/>
              <a:rect l="l" t="t" r="r" b="b"/>
              <a:pathLst>
                <a:path w="1752073" h="767088">
                  <a:moveTo>
                    <a:pt x="0" y="0"/>
                  </a:moveTo>
                  <a:lnTo>
                    <a:pt x="1752073" y="0"/>
                  </a:lnTo>
                  <a:lnTo>
                    <a:pt x="1752073" y="767088"/>
                  </a:lnTo>
                  <a:lnTo>
                    <a:pt x="0" y="767088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46FA1EE-A2B8-5BB9-5C31-F75067F01271}"/>
                </a:ext>
              </a:extLst>
            </p:cNvPr>
            <p:cNvSpPr txBox="1"/>
            <p:nvPr/>
          </p:nvSpPr>
          <p:spPr>
            <a:xfrm>
              <a:off x="0" y="-152400"/>
              <a:ext cx="1752073" cy="919488"/>
            </a:xfrm>
            <a:prstGeom prst="rect">
              <a:avLst/>
            </a:prstGeom>
          </p:spPr>
          <p:txBody>
            <a:bodyPr lIns="46565" tIns="46565" rIns="46565" bIns="46565" rtlCol="0" anchor="ctr"/>
            <a:lstStyle/>
            <a:p>
              <a:pPr algn="r">
                <a:lnSpc>
                  <a:spcPts val="509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FC3D251C-26AC-C26E-5F4E-CE434C6DAE02}"/>
              </a:ext>
            </a:extLst>
          </p:cNvPr>
          <p:cNvSpPr txBox="1"/>
          <p:nvPr/>
        </p:nvSpPr>
        <p:spPr>
          <a:xfrm>
            <a:off x="1486352" y="406893"/>
            <a:ext cx="4847570" cy="963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12"/>
              </a:lnSpc>
            </a:pPr>
            <a:r>
              <a:rPr lang="en-US" sz="5723" b="1" err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Resultados</a:t>
            </a:r>
            <a:r>
              <a:rPr lang="en-US" sz="5723" b="1">
                <a:solidFill>
                  <a:srgbClr val="003D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: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485A943-5265-DBC1-E367-2ECF0A753357}"/>
              </a:ext>
            </a:extLst>
          </p:cNvPr>
          <p:cNvGrpSpPr/>
          <p:nvPr/>
        </p:nvGrpSpPr>
        <p:grpSpPr>
          <a:xfrm>
            <a:off x="17630775" y="0"/>
            <a:ext cx="657225" cy="10287000"/>
            <a:chOff x="0" y="0"/>
            <a:chExt cx="173096" cy="270933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FC5B6EB-909D-9ED3-4F60-C7C98FA368A2}"/>
                </a:ext>
              </a:extLst>
            </p:cNvPr>
            <p:cNvSpPr/>
            <p:nvPr/>
          </p:nvSpPr>
          <p:spPr>
            <a:xfrm>
              <a:off x="0" y="0"/>
              <a:ext cx="173096" cy="2709333"/>
            </a:xfrm>
            <a:custGeom>
              <a:avLst/>
              <a:gdLst/>
              <a:ahLst/>
              <a:cxnLst/>
              <a:rect l="l" t="t" r="r" b="b"/>
              <a:pathLst>
                <a:path w="173096" h="2709333">
                  <a:moveTo>
                    <a:pt x="0" y="0"/>
                  </a:moveTo>
                  <a:lnTo>
                    <a:pt x="173096" y="0"/>
                  </a:lnTo>
                  <a:lnTo>
                    <a:pt x="1730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FE9CDB3-4EB9-0270-0762-3B08E45027A4}"/>
                </a:ext>
              </a:extLst>
            </p:cNvPr>
            <p:cNvSpPr txBox="1"/>
            <p:nvPr/>
          </p:nvSpPr>
          <p:spPr>
            <a:xfrm>
              <a:off x="0" y="-95250"/>
              <a:ext cx="173096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6F42EA4-13AD-B1F5-CFDF-75DB5E773C07}"/>
              </a:ext>
            </a:extLst>
          </p:cNvPr>
          <p:cNvGrpSpPr/>
          <p:nvPr/>
        </p:nvGrpSpPr>
        <p:grpSpPr>
          <a:xfrm>
            <a:off x="0" y="0"/>
            <a:ext cx="1856226" cy="1497063"/>
            <a:chOff x="0" y="0"/>
            <a:chExt cx="2474968" cy="1996084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7A1A6202-E0D1-945F-CDB9-CC004B5AA0F6}"/>
                </a:ext>
              </a:extLst>
            </p:cNvPr>
            <p:cNvGrpSpPr/>
            <p:nvPr/>
          </p:nvGrpSpPr>
          <p:grpSpPr>
            <a:xfrm>
              <a:off x="201952" y="0"/>
              <a:ext cx="1447232" cy="1174934"/>
              <a:chOff x="0" y="0"/>
              <a:chExt cx="664237" cy="53926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130E0126-4C53-8FEC-2455-27E763459899}"/>
                  </a:ext>
                </a:extLst>
              </p:cNvPr>
              <p:cNvSpPr/>
              <p:nvPr/>
            </p:nvSpPr>
            <p:spPr>
              <a:xfrm>
                <a:off x="0" y="0"/>
                <a:ext cx="664237" cy="539260"/>
              </a:xfrm>
              <a:custGeom>
                <a:avLst/>
                <a:gdLst/>
                <a:ahLst/>
                <a:cxnLst/>
                <a:rect l="l" t="t" r="r" b="b"/>
                <a:pathLst>
                  <a:path w="664237" h="539260">
                    <a:moveTo>
                      <a:pt x="0" y="0"/>
                    </a:moveTo>
                    <a:lnTo>
                      <a:pt x="664237" y="0"/>
                    </a:lnTo>
                    <a:lnTo>
                      <a:pt x="664237" y="539260"/>
                    </a:lnTo>
                    <a:lnTo>
                      <a:pt x="0" y="539260"/>
                    </a:lnTo>
                    <a:close/>
                  </a:path>
                </a:pathLst>
              </a:custGeom>
              <a:solidFill>
                <a:srgbClr val="FCAE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A74708C8-2CBE-9151-6CD6-A67F6C591487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64237" cy="6345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ED5B2C6B-44CB-827D-6E08-B66BA2374767}"/>
                </a:ext>
              </a:extLst>
            </p:cNvPr>
            <p:cNvGrpSpPr/>
            <p:nvPr/>
          </p:nvGrpSpPr>
          <p:grpSpPr>
            <a:xfrm>
              <a:off x="0" y="714476"/>
              <a:ext cx="1306620" cy="1281608"/>
              <a:chOff x="0" y="0"/>
              <a:chExt cx="599701" cy="588221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58724869-DFA4-98A8-961A-361C4C92D7AC}"/>
                  </a:ext>
                </a:extLst>
              </p:cNvPr>
              <p:cNvSpPr/>
              <p:nvPr/>
            </p:nvSpPr>
            <p:spPr>
              <a:xfrm>
                <a:off x="0" y="0"/>
                <a:ext cx="599701" cy="588221"/>
              </a:xfrm>
              <a:custGeom>
                <a:avLst/>
                <a:gdLst/>
                <a:ahLst/>
                <a:cxnLst/>
                <a:rect l="l" t="t" r="r" b="b"/>
                <a:pathLst>
                  <a:path w="599701" h="588221">
                    <a:moveTo>
                      <a:pt x="0" y="0"/>
                    </a:moveTo>
                    <a:lnTo>
                      <a:pt x="599701" y="0"/>
                    </a:lnTo>
                    <a:lnTo>
                      <a:pt x="599701" y="588221"/>
                    </a:lnTo>
                    <a:lnTo>
                      <a:pt x="0" y="588221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B8F93571-DD13-89C2-83AC-5A8D028F99E5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599701" cy="6834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93FEF4AD-5085-8030-5522-AAB12ADD58D9}"/>
                </a:ext>
              </a:extLst>
            </p:cNvPr>
            <p:cNvGrpSpPr/>
            <p:nvPr/>
          </p:nvGrpSpPr>
          <p:grpSpPr>
            <a:xfrm>
              <a:off x="1037894" y="457633"/>
              <a:ext cx="1437074" cy="1218777"/>
              <a:chOff x="0" y="0"/>
              <a:chExt cx="659575" cy="559383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A96B0AA9-6052-A18F-6094-495D2E0E7365}"/>
                  </a:ext>
                </a:extLst>
              </p:cNvPr>
              <p:cNvSpPr/>
              <p:nvPr/>
            </p:nvSpPr>
            <p:spPr>
              <a:xfrm>
                <a:off x="0" y="0"/>
                <a:ext cx="659575" cy="559383"/>
              </a:xfrm>
              <a:custGeom>
                <a:avLst/>
                <a:gdLst/>
                <a:ahLst/>
                <a:cxnLst/>
                <a:rect l="l" t="t" r="r" b="b"/>
                <a:pathLst>
                  <a:path w="659575" h="559383">
                    <a:moveTo>
                      <a:pt x="0" y="0"/>
                    </a:moveTo>
                    <a:lnTo>
                      <a:pt x="659575" y="0"/>
                    </a:lnTo>
                    <a:lnTo>
                      <a:pt x="659575" y="559383"/>
                    </a:lnTo>
                    <a:lnTo>
                      <a:pt x="0" y="559383"/>
                    </a:lnTo>
                    <a:close/>
                  </a:path>
                </a:pathLst>
              </a:custGeom>
              <a:solidFill>
                <a:srgbClr val="003D5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FBAD9830-A05B-AF20-7FA4-4AF367365ADA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59575" cy="654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D171748-54F9-9186-BD0D-2F2163169566}"/>
              </a:ext>
            </a:extLst>
          </p:cNvPr>
          <p:cNvGrpSpPr/>
          <p:nvPr/>
        </p:nvGrpSpPr>
        <p:grpSpPr>
          <a:xfrm>
            <a:off x="13858908" y="8701112"/>
            <a:ext cx="3205972" cy="1076928"/>
            <a:chOff x="13858908" y="8701112"/>
            <a:chExt cx="3205972" cy="1076928"/>
          </a:xfrm>
        </p:grpSpPr>
        <p:grpSp>
          <p:nvGrpSpPr>
            <p:cNvPr id="30" name="Grupo 30">
              <a:extLst>
                <a:ext uri="{FF2B5EF4-FFF2-40B4-BE49-F238E27FC236}">
                  <a16:creationId xmlns:a16="http://schemas.microsoft.com/office/drawing/2014/main" id="{85152EF6-A54F-7028-FFA1-74CEAE564F8F}"/>
                </a:ext>
              </a:extLst>
            </p:cNvPr>
            <p:cNvGrpSpPr/>
            <p:nvPr/>
          </p:nvGrpSpPr>
          <p:grpSpPr>
            <a:xfrm>
              <a:off x="13858908" y="8701112"/>
              <a:ext cx="1223655" cy="1076928"/>
              <a:chOff x="14287536" y="8701112"/>
              <a:chExt cx="1223655" cy="1076928"/>
            </a:xfrm>
          </p:grpSpPr>
          <p:pic>
            <p:nvPicPr>
              <p:cNvPr id="32" name="Imagem 31" descr="Manual de Comunicação - 23.05.25.png">
                <a:extLst>
                  <a:ext uri="{FF2B5EF4-FFF2-40B4-BE49-F238E27FC236}">
                    <a16:creationId xmlns:a16="http://schemas.microsoft.com/office/drawing/2014/main" id="{A0AB71FC-28E2-E9CE-1B0D-F4F73E4BAB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287536" y="9022583"/>
                <a:ext cx="1223655" cy="755457"/>
              </a:xfrm>
              <a:prstGeom prst="rect">
                <a:avLst/>
              </a:prstGeom>
            </p:spPr>
          </p:pic>
          <p:pic>
            <p:nvPicPr>
              <p:cNvPr id="33" name="Imagem 32" descr="Templete Power Poitn.png">
                <a:extLst>
                  <a:ext uri="{FF2B5EF4-FFF2-40B4-BE49-F238E27FC236}">
                    <a16:creationId xmlns:a16="http://schemas.microsoft.com/office/drawing/2014/main" id="{EE5360D0-630F-7675-078F-991E61C3FA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346115" y="8701112"/>
                <a:ext cx="1145548" cy="707236"/>
              </a:xfrm>
              <a:prstGeom prst="rect">
                <a:avLst/>
              </a:prstGeom>
            </p:spPr>
          </p:pic>
        </p:grp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B8DCE850-02DD-543E-0DB5-6BB38023D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80704" y="8946682"/>
              <a:ext cx="1584176" cy="496678"/>
            </a:xfrm>
            <a:prstGeom prst="rect">
              <a:avLst/>
            </a:prstGeom>
          </p:spPr>
        </p:pic>
      </p:grpSp>
      <p:sp>
        <p:nvSpPr>
          <p:cNvPr id="46" name="TextBox 25">
            <a:extLst>
              <a:ext uri="{FF2B5EF4-FFF2-40B4-BE49-F238E27FC236}">
                <a16:creationId xmlns:a16="http://schemas.microsoft.com/office/drawing/2014/main" id="{0B831C1D-1F90-1401-E6EE-C6E24AEAC761}"/>
              </a:ext>
            </a:extLst>
          </p:cNvPr>
          <p:cNvSpPr txBox="1"/>
          <p:nvPr/>
        </p:nvSpPr>
        <p:spPr>
          <a:xfrm>
            <a:off x="5876446" y="1251605"/>
            <a:ext cx="11753716" cy="2040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spc="57" dirty="0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Report </a:t>
            </a:r>
            <a:r>
              <a:rPr lang="en-US" sz="4000" spc="57" dirty="0" err="1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Diário</a:t>
            </a:r>
            <a:r>
              <a:rPr lang="en-US" sz="4000" spc="57" dirty="0">
                <a:solidFill>
                  <a:srgbClr val="003D5D"/>
                </a:solidFill>
                <a:latin typeface="Arimo"/>
                <a:ea typeface="Arimo"/>
                <a:cs typeface="Arimo"/>
                <a:sym typeface="Arimo"/>
              </a:rPr>
              <a:t> Mantis</a:t>
            </a:r>
            <a:endParaRPr lang="en-US" sz="4000" spc="57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endParaRPr lang="en-US" sz="2800" spc="57" dirty="0">
              <a:solidFill>
                <a:srgbClr val="003D5D"/>
              </a:solidFill>
              <a:latin typeface="Arimo"/>
              <a:ea typeface="Arimo"/>
              <a:cs typeface="Arimo"/>
            </a:endParaRPr>
          </a:p>
          <a:p>
            <a:pPr>
              <a:lnSpc>
                <a:spcPts val="4006"/>
              </a:lnSpc>
            </a:pPr>
            <a:endParaRPr lang="en-US" sz="2800" spc="57" dirty="0">
              <a:solidFill>
                <a:srgbClr val="003D5D"/>
              </a:solidFill>
              <a:latin typeface="Arimo"/>
              <a:ea typeface="Arimo"/>
              <a:cs typeface="Arimo"/>
            </a:endParaRPr>
          </a:p>
          <a:p>
            <a:pPr algn="l">
              <a:lnSpc>
                <a:spcPts val="4006"/>
              </a:lnSpc>
            </a:pPr>
            <a:endParaRPr lang="en-US" sz="2850" spc="57" dirty="0">
              <a:solidFill>
                <a:srgbClr val="003D5D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24" name="Imagem 23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192E605D-667C-9658-6772-FAEC4D7905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974" y="2200027"/>
            <a:ext cx="6763694" cy="7297168"/>
          </a:xfrm>
          <a:prstGeom prst="rect">
            <a:avLst/>
          </a:prstGeom>
        </p:spPr>
      </p:pic>
      <p:pic>
        <p:nvPicPr>
          <p:cNvPr id="26" name="Imagem 25" descr="Texto&#10;&#10;O conteúdo gerado por IA pode estar incorreto.">
            <a:extLst>
              <a:ext uri="{FF2B5EF4-FFF2-40B4-BE49-F238E27FC236}">
                <a16:creationId xmlns:a16="http://schemas.microsoft.com/office/drawing/2014/main" id="{7142A8AE-F7F0-125B-3411-037EBF9059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152" y="3292228"/>
            <a:ext cx="6096851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22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530776"/>
            <a:ext cx="4298876" cy="13480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1200"/>
              </a:lnSpc>
              <a:spcBef>
                <a:spcPct val="0"/>
              </a:spcBef>
            </a:pPr>
            <a:r>
              <a:rPr lang="en-US" sz="8000" b="1" err="1">
                <a:solidFill>
                  <a:srgbClr val="53515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Obrigado</a:t>
            </a:r>
            <a:r>
              <a:rPr lang="en-US" sz="8000" b="1">
                <a:solidFill>
                  <a:srgbClr val="53515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!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7347797"/>
            <a:ext cx="1107331" cy="653325"/>
          </a:xfrm>
          <a:custGeom>
            <a:avLst/>
            <a:gdLst/>
            <a:ahLst/>
            <a:cxnLst/>
            <a:rect l="l" t="t" r="r" b="b"/>
            <a:pathLst>
              <a:path w="1107331" h="653325">
                <a:moveTo>
                  <a:pt x="0" y="0"/>
                </a:moveTo>
                <a:lnTo>
                  <a:pt x="1107331" y="0"/>
                </a:lnTo>
                <a:lnTo>
                  <a:pt x="1107331" y="653325"/>
                </a:lnTo>
                <a:lnTo>
                  <a:pt x="0" y="65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2381552" y="7671647"/>
            <a:ext cx="7064905" cy="43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5003" b="1" spc="165">
                <a:solidFill>
                  <a:srgbClr val="FCAE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ELABORAÇÃO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169004"/>
            <a:ext cx="14171817" cy="76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0"/>
              </a:lnSpc>
            </a:pPr>
            <a:r>
              <a:rPr lang="en-US" sz="2000">
                <a:solidFill>
                  <a:srgbClr val="535153"/>
                </a:solidFill>
                <a:latin typeface="Arimo"/>
                <a:ea typeface="Arimo"/>
                <a:cs typeface="Arimo"/>
                <a:sym typeface="Arimo"/>
              </a:rPr>
              <a:t>DIVISÃO EXECUTIVA DA SUPERINTENDÊNCIA CENTRAL DE CONTADORIA GERAL </a:t>
            </a:r>
          </a:p>
          <a:p>
            <a:pPr algn="just">
              <a:lnSpc>
                <a:spcPts val="2074"/>
              </a:lnSpc>
            </a:pPr>
            <a:endParaRPr lang="en-US"/>
          </a:p>
          <a:p>
            <a:pPr algn="just">
              <a:lnSpc>
                <a:spcPts val="2074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13313" y="8444456"/>
            <a:ext cx="420573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err="1">
                <a:solidFill>
                  <a:srgbClr val="535153"/>
                </a:solidFill>
                <a:latin typeface="Arimo"/>
                <a:ea typeface="Arimo"/>
                <a:cs typeface="Arimo"/>
                <a:sym typeface="Arimo"/>
              </a:rPr>
              <a:t>sccggabinete</a:t>
            </a:r>
            <a:r>
              <a:rPr lang="en-US" sz="2000">
                <a:solidFill>
                  <a:srgbClr val="535153"/>
                </a:solidFill>
                <a:latin typeface="Arimo"/>
                <a:ea typeface="Arimo"/>
                <a:cs typeface="Arimo"/>
                <a:sym typeface="Arimo"/>
              </a:rPr>
              <a:t> @fazenda.mg.gov.br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169660" y="0"/>
            <a:ext cx="3118340" cy="7890276"/>
            <a:chOff x="0" y="0"/>
            <a:chExt cx="4157786" cy="10520368"/>
          </a:xfrm>
        </p:grpSpPr>
        <p:grpSp>
          <p:nvGrpSpPr>
            <p:cNvPr id="8" name="Group 8"/>
            <p:cNvGrpSpPr/>
            <p:nvPr/>
          </p:nvGrpSpPr>
          <p:grpSpPr>
            <a:xfrm>
              <a:off x="3027978" y="0"/>
              <a:ext cx="1129808" cy="10520368"/>
              <a:chOff x="0" y="0"/>
              <a:chExt cx="225493" cy="209971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25493" cy="2099713"/>
              </a:xfrm>
              <a:custGeom>
                <a:avLst/>
                <a:gdLst/>
                <a:ahLst/>
                <a:cxnLst/>
                <a:rect l="l" t="t" r="r" b="b"/>
                <a:pathLst>
                  <a:path w="225493" h="2099713">
                    <a:moveTo>
                      <a:pt x="0" y="0"/>
                    </a:moveTo>
                    <a:lnTo>
                      <a:pt x="225493" y="0"/>
                    </a:lnTo>
                    <a:lnTo>
                      <a:pt x="225493" y="2099713"/>
                    </a:lnTo>
                    <a:lnTo>
                      <a:pt x="0" y="2099713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95250"/>
                <a:ext cx="225493" cy="2194963"/>
              </a:xfrm>
              <a:prstGeom prst="rect">
                <a:avLst/>
              </a:prstGeom>
            </p:spPr>
            <p:txBody>
              <a:bodyPr lIns="50277" tIns="50277" rIns="50277" bIns="50277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3950430"/>
              <a:ext cx="4157786" cy="2392477"/>
              <a:chOff x="0" y="0"/>
              <a:chExt cx="829834" cy="47750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29834" cy="477504"/>
              </a:xfrm>
              <a:custGeom>
                <a:avLst/>
                <a:gdLst/>
                <a:ahLst/>
                <a:cxnLst/>
                <a:rect l="l" t="t" r="r" b="b"/>
                <a:pathLst>
                  <a:path w="829834" h="477504">
                    <a:moveTo>
                      <a:pt x="0" y="0"/>
                    </a:moveTo>
                    <a:lnTo>
                      <a:pt x="829834" y="0"/>
                    </a:lnTo>
                    <a:lnTo>
                      <a:pt x="829834" y="477504"/>
                    </a:lnTo>
                    <a:lnTo>
                      <a:pt x="0" y="477504"/>
                    </a:lnTo>
                    <a:close/>
                  </a:path>
                </a:pathLst>
              </a:custGeom>
              <a:solidFill>
                <a:srgbClr val="003D5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95250"/>
                <a:ext cx="829834" cy="572754"/>
              </a:xfrm>
              <a:prstGeom prst="rect">
                <a:avLst/>
              </a:prstGeom>
            </p:spPr>
            <p:txBody>
              <a:bodyPr lIns="50277" tIns="50277" rIns="50277" bIns="50277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79648" y="4602428"/>
              <a:ext cx="2148331" cy="2147935"/>
              <a:chOff x="0" y="0"/>
              <a:chExt cx="428776" cy="42869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28776" cy="428697"/>
              </a:xfrm>
              <a:custGeom>
                <a:avLst/>
                <a:gdLst/>
                <a:ahLst/>
                <a:cxnLst/>
                <a:rect l="l" t="t" r="r" b="b"/>
                <a:pathLst>
                  <a:path w="428776" h="428697">
                    <a:moveTo>
                      <a:pt x="0" y="0"/>
                    </a:moveTo>
                    <a:lnTo>
                      <a:pt x="428776" y="0"/>
                    </a:lnTo>
                    <a:lnTo>
                      <a:pt x="428776" y="428697"/>
                    </a:lnTo>
                    <a:lnTo>
                      <a:pt x="0" y="428697"/>
                    </a:lnTo>
                    <a:close/>
                  </a:path>
                </a:pathLst>
              </a:custGeom>
              <a:solidFill>
                <a:srgbClr val="FCAE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0"/>
                <a:ext cx="428776" cy="523947"/>
              </a:xfrm>
              <a:prstGeom prst="rect">
                <a:avLst/>
              </a:prstGeom>
            </p:spPr>
            <p:txBody>
              <a:bodyPr lIns="50277" tIns="50277" rIns="50277" bIns="50277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033325" y="2997474"/>
              <a:ext cx="1989306" cy="1769989"/>
              <a:chOff x="0" y="0"/>
              <a:chExt cx="397037" cy="35326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397037" cy="353264"/>
              </a:xfrm>
              <a:custGeom>
                <a:avLst/>
                <a:gdLst/>
                <a:ahLst/>
                <a:cxnLst/>
                <a:rect l="l" t="t" r="r" b="b"/>
                <a:pathLst>
                  <a:path w="397037" h="353264">
                    <a:moveTo>
                      <a:pt x="0" y="0"/>
                    </a:moveTo>
                    <a:lnTo>
                      <a:pt x="397037" y="0"/>
                    </a:lnTo>
                    <a:lnTo>
                      <a:pt x="397037" y="353264"/>
                    </a:lnTo>
                    <a:lnTo>
                      <a:pt x="0" y="353264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95250"/>
                <a:ext cx="397037" cy="448514"/>
              </a:xfrm>
              <a:prstGeom prst="rect">
                <a:avLst/>
              </a:prstGeom>
            </p:spPr>
            <p:txBody>
              <a:bodyPr lIns="50277" tIns="50277" rIns="50277" bIns="50277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0" y="0"/>
            <a:ext cx="1856226" cy="1497063"/>
            <a:chOff x="0" y="0"/>
            <a:chExt cx="2474968" cy="1996084"/>
          </a:xfrm>
        </p:grpSpPr>
        <p:grpSp>
          <p:nvGrpSpPr>
            <p:cNvPr id="21" name="Group 21"/>
            <p:cNvGrpSpPr/>
            <p:nvPr/>
          </p:nvGrpSpPr>
          <p:grpSpPr>
            <a:xfrm>
              <a:off x="201952" y="0"/>
              <a:ext cx="1447232" cy="1174934"/>
              <a:chOff x="0" y="0"/>
              <a:chExt cx="664237" cy="5392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64237" cy="539260"/>
              </a:xfrm>
              <a:custGeom>
                <a:avLst/>
                <a:gdLst/>
                <a:ahLst/>
                <a:cxnLst/>
                <a:rect l="l" t="t" r="r" b="b"/>
                <a:pathLst>
                  <a:path w="664237" h="539260">
                    <a:moveTo>
                      <a:pt x="0" y="0"/>
                    </a:moveTo>
                    <a:lnTo>
                      <a:pt x="664237" y="0"/>
                    </a:lnTo>
                    <a:lnTo>
                      <a:pt x="664237" y="539260"/>
                    </a:lnTo>
                    <a:lnTo>
                      <a:pt x="0" y="539260"/>
                    </a:lnTo>
                    <a:close/>
                  </a:path>
                </a:pathLst>
              </a:custGeom>
              <a:solidFill>
                <a:srgbClr val="FCAE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95250"/>
                <a:ext cx="664237" cy="6345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714476"/>
              <a:ext cx="1306620" cy="1281608"/>
              <a:chOff x="0" y="0"/>
              <a:chExt cx="599701" cy="58822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99701" cy="588221"/>
              </a:xfrm>
              <a:custGeom>
                <a:avLst/>
                <a:gdLst/>
                <a:ahLst/>
                <a:cxnLst/>
                <a:rect l="l" t="t" r="r" b="b"/>
                <a:pathLst>
                  <a:path w="599701" h="588221">
                    <a:moveTo>
                      <a:pt x="0" y="0"/>
                    </a:moveTo>
                    <a:lnTo>
                      <a:pt x="599701" y="0"/>
                    </a:lnTo>
                    <a:lnTo>
                      <a:pt x="599701" y="588221"/>
                    </a:lnTo>
                    <a:lnTo>
                      <a:pt x="0" y="588221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95250"/>
                <a:ext cx="599701" cy="6834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37894" y="457633"/>
              <a:ext cx="1437074" cy="1218777"/>
              <a:chOff x="0" y="0"/>
              <a:chExt cx="659575" cy="55938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59575" cy="559383"/>
              </a:xfrm>
              <a:custGeom>
                <a:avLst/>
                <a:gdLst/>
                <a:ahLst/>
                <a:cxnLst/>
                <a:rect l="l" t="t" r="r" b="b"/>
                <a:pathLst>
                  <a:path w="659575" h="559383">
                    <a:moveTo>
                      <a:pt x="0" y="0"/>
                    </a:moveTo>
                    <a:lnTo>
                      <a:pt x="659575" y="0"/>
                    </a:lnTo>
                    <a:lnTo>
                      <a:pt x="659575" y="559383"/>
                    </a:lnTo>
                    <a:lnTo>
                      <a:pt x="0" y="559383"/>
                    </a:lnTo>
                    <a:close/>
                  </a:path>
                </a:pathLst>
              </a:custGeom>
              <a:solidFill>
                <a:srgbClr val="003D5D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95250"/>
                <a:ext cx="659575" cy="654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95"/>
                  </a:lnSpc>
                </a:pPr>
                <a:endParaRPr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1028700" y="8884332"/>
            <a:ext cx="4146220" cy="252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sz="1500">
                <a:solidFill>
                  <a:srgbClr val="535153"/>
                </a:solidFill>
                <a:latin typeface="Arimo"/>
                <a:ea typeface="Arimo"/>
                <a:cs typeface="Arimo"/>
                <a:sym typeface="Arimo"/>
              </a:rPr>
              <a:t>Data de </a:t>
            </a:r>
            <a:r>
              <a:rPr lang="en-US" sz="1500" err="1">
                <a:solidFill>
                  <a:srgbClr val="535153"/>
                </a:solidFill>
                <a:latin typeface="Arimo"/>
                <a:ea typeface="Arimo"/>
                <a:cs typeface="Arimo"/>
                <a:sym typeface="Arimo"/>
              </a:rPr>
              <a:t>Elaboração</a:t>
            </a:r>
            <a:r>
              <a:rPr lang="en-US" sz="1500">
                <a:solidFill>
                  <a:srgbClr val="535153"/>
                </a:solidFill>
                <a:latin typeface="Arimo"/>
                <a:ea typeface="Arimo"/>
                <a:cs typeface="Arimo"/>
                <a:sym typeface="Arimo"/>
              </a:rPr>
              <a:t>: 07/11/2025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FFA479CF-753C-4A06-32E2-7EE003BAE230}"/>
              </a:ext>
            </a:extLst>
          </p:cNvPr>
          <p:cNvGrpSpPr/>
          <p:nvPr/>
        </p:nvGrpSpPr>
        <p:grpSpPr>
          <a:xfrm>
            <a:off x="13858908" y="8701112"/>
            <a:ext cx="3205972" cy="1076928"/>
            <a:chOff x="13858908" y="8701112"/>
            <a:chExt cx="3205972" cy="1076928"/>
          </a:xfrm>
        </p:grpSpPr>
        <p:grpSp>
          <p:nvGrpSpPr>
            <p:cNvPr id="32" name="Grupo 30">
              <a:extLst>
                <a:ext uri="{FF2B5EF4-FFF2-40B4-BE49-F238E27FC236}">
                  <a16:creationId xmlns:a16="http://schemas.microsoft.com/office/drawing/2014/main" id="{90656803-59F9-162D-550D-39FB59A02BD2}"/>
                </a:ext>
              </a:extLst>
            </p:cNvPr>
            <p:cNvGrpSpPr/>
            <p:nvPr/>
          </p:nvGrpSpPr>
          <p:grpSpPr>
            <a:xfrm>
              <a:off x="13858908" y="8701112"/>
              <a:ext cx="1223655" cy="1076928"/>
              <a:chOff x="14287536" y="8701112"/>
              <a:chExt cx="1223655" cy="1076928"/>
            </a:xfrm>
          </p:grpSpPr>
          <p:pic>
            <p:nvPicPr>
              <p:cNvPr id="34" name="Imagem 33" descr="Manual de Comunicação - 23.05.25.png">
                <a:extLst>
                  <a:ext uri="{FF2B5EF4-FFF2-40B4-BE49-F238E27FC236}">
                    <a16:creationId xmlns:a16="http://schemas.microsoft.com/office/drawing/2014/main" id="{F51841DD-8C4E-9364-36EA-E84830492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4287536" y="9022583"/>
                <a:ext cx="1223655" cy="755457"/>
              </a:xfrm>
              <a:prstGeom prst="rect">
                <a:avLst/>
              </a:prstGeom>
            </p:spPr>
          </p:pic>
          <p:pic>
            <p:nvPicPr>
              <p:cNvPr id="35" name="Imagem 34" descr="Templete Power Poitn.png">
                <a:extLst>
                  <a:ext uri="{FF2B5EF4-FFF2-40B4-BE49-F238E27FC236}">
                    <a16:creationId xmlns:a16="http://schemas.microsoft.com/office/drawing/2014/main" id="{05753C67-4164-F3DB-369F-AD17C2C561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346115" y="8701112"/>
                <a:ext cx="1145548" cy="707236"/>
              </a:xfrm>
              <a:prstGeom prst="rect">
                <a:avLst/>
              </a:prstGeom>
            </p:spPr>
          </p:pic>
        </p:grpSp>
        <p:pic>
          <p:nvPicPr>
            <p:cNvPr id="33" name="Imagem 32">
              <a:extLst>
                <a:ext uri="{FF2B5EF4-FFF2-40B4-BE49-F238E27FC236}">
                  <a16:creationId xmlns:a16="http://schemas.microsoft.com/office/drawing/2014/main" id="{85349645-4259-7D7F-A859-2B5095021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480704" y="8946682"/>
              <a:ext cx="1584176" cy="4966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AF151C0075FA143A54D641F74503E04" ma:contentTypeVersion="4" ma:contentTypeDescription="Crie um novo documento." ma:contentTypeScope="" ma:versionID="6565b29e05117cc12faecc3cb9a35c74">
  <xsd:schema xmlns:xsd="http://www.w3.org/2001/XMLSchema" xmlns:xs="http://www.w3.org/2001/XMLSchema" xmlns:p="http://schemas.microsoft.com/office/2006/metadata/properties" xmlns:ns2="9ec0a602-086b-4e6a-91b8-f9b70bbbbd30" targetNamespace="http://schemas.microsoft.com/office/2006/metadata/properties" ma:root="true" ma:fieldsID="bf3e7fe1129c68d95dee97f56e023c12" ns2:_="">
    <xsd:import namespace="9ec0a602-086b-4e6a-91b8-f9b70bbbbd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0a602-086b-4e6a-91b8-f9b70bbbbd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755C36-0945-4C88-86A9-0DE6B1B9D3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B3BC49-79BD-49BF-B05F-D569F53854CE}">
  <ds:schemaRefs>
    <ds:schemaRef ds:uri="9ec0a602-086b-4e6a-91b8-f9b70bbbbd3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43C9F30-38CD-40F0-B2CC-61C2094AFF10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9ec0a602-086b-4e6a-91b8-f9b70bbbbd3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4568</TotalTime>
  <Words>210</Words>
  <Application>Microsoft Office PowerPoint</Application>
  <PresentationFormat>Personalizar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Calibri</vt:lpstr>
      <vt:lpstr>Arimo Bold</vt:lpstr>
      <vt:lpstr>Aptos</vt:lpstr>
      <vt:lpstr>Bebas Neue Bold</vt:lpstr>
      <vt:lpstr>Arial</vt:lpstr>
      <vt:lpstr>Arimo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Templete Power Poitn</dc:title>
  <dc:creator>Michelle Espírito Santo</dc:creator>
  <cp:lastModifiedBy>Pedro Vieira</cp:lastModifiedBy>
  <cp:revision>9</cp:revision>
  <dcterms:created xsi:type="dcterms:W3CDTF">2006-08-16T00:00:00Z</dcterms:created>
  <dcterms:modified xsi:type="dcterms:W3CDTF">2025-12-09T14:17:00Z</dcterms:modified>
  <dc:identifier>DAGrLw66utg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0x010100FAF151C0075FA143A54D641F74503E04</vt:lpwstr>
  </property>
  <property fmtid="{D5CDD505-2E9C-101B-9397-08002B2CF9AE}" pid="3" name="MediaServiceImageTags">
    <vt:lpwstr/>
  </property>
</Properties>
</file>